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70" r:id="rId6"/>
    <p:sldId id="274" r:id="rId7"/>
    <p:sldId id="285" r:id="rId8"/>
    <p:sldId id="275" r:id="rId9"/>
    <p:sldId id="277" r:id="rId10"/>
    <p:sldId id="279" r:id="rId11"/>
    <p:sldId id="278" r:id="rId12"/>
    <p:sldId id="280" r:id="rId13"/>
    <p:sldId id="281" r:id="rId14"/>
    <p:sldId id="282" r:id="rId15"/>
    <p:sldId id="283" r:id="rId16"/>
    <p:sldId id="284" r:id="rId17"/>
    <p:sldId id="286" r:id="rId18"/>
    <p:sldId id="287" r:id="rId19"/>
    <p:sldId id="288" r:id="rId20"/>
    <p:sldId id="293" r:id="rId21"/>
    <p:sldId id="290" r:id="rId22"/>
    <p:sldId id="291" r:id="rId23"/>
    <p:sldId id="292" r:id="rId24"/>
  </p:sldIdLst>
  <p:sldSz cx="9144000" cy="6858000" type="letter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3080F47-54FE-4674-8A61-9F6C6D97AC09}">
          <p14:sldIdLst>
            <p14:sldId id="256"/>
            <p14:sldId id="270"/>
            <p14:sldId id="274"/>
            <p14:sldId id="285"/>
            <p14:sldId id="275"/>
            <p14:sldId id="277"/>
            <p14:sldId id="279"/>
            <p14:sldId id="278"/>
            <p14:sldId id="280"/>
            <p14:sldId id="281"/>
            <p14:sldId id="282"/>
            <p14:sldId id="283"/>
            <p14:sldId id="284"/>
            <p14:sldId id="286"/>
            <p14:sldId id="287"/>
            <p14:sldId id="288"/>
            <p14:sldId id="293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6D7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7FE46-3E4B-5E41-A55D-B48F831475F9}" v="88" dt="2026-02-13T20:29:23.3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704"/>
  </p:normalViewPr>
  <p:slideViewPr>
    <p:cSldViewPr>
      <p:cViewPr varScale="1">
        <p:scale>
          <a:sx n="120" d="100"/>
          <a:sy n="120" d="100"/>
        </p:scale>
        <p:origin x="12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197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EYSON FABIAN VILLAVISAN BUITRAGO" userId="e5ced5c2-d787-455d-b115-4f08a699b8c8" providerId="ADAL" clId="{D29F3602-5A42-550B-85C2-F2C884FDDEDE}"/>
    <pc:docChg chg="undo custSel modSld sldOrd">
      <pc:chgData name="JHEYSON FABIAN VILLAVISAN BUITRAGO" userId="e5ced5c2-d787-455d-b115-4f08a699b8c8" providerId="ADAL" clId="{D29F3602-5A42-550B-85C2-F2C884FDDEDE}" dt="2026-02-13T20:44:22.172" v="170" actId="20578"/>
      <pc:docMkLst>
        <pc:docMk/>
      </pc:docMkLst>
      <pc:sldChg chg="addSp delSp modSp mod">
        <pc:chgData name="JHEYSON FABIAN VILLAVISAN BUITRAGO" userId="e5ced5c2-d787-455d-b115-4f08a699b8c8" providerId="ADAL" clId="{D29F3602-5A42-550B-85C2-F2C884FDDEDE}" dt="2026-02-13T20:16:15.839" v="81" actId="20577"/>
        <pc:sldMkLst>
          <pc:docMk/>
          <pc:sldMk cId="2505371292" sldId="270"/>
        </pc:sldMkLst>
        <pc:spChg chg="mod">
          <ac:chgData name="JHEYSON FABIAN VILLAVISAN BUITRAGO" userId="e5ced5c2-d787-455d-b115-4f08a699b8c8" providerId="ADAL" clId="{D29F3602-5A42-550B-85C2-F2C884FDDEDE}" dt="2026-02-13T19:49:46.815" v="4" actId="20577"/>
          <ac:spMkLst>
            <pc:docMk/>
            <pc:sldMk cId="2505371292" sldId="270"/>
            <ac:spMk id="7" creationId="{EBDE2FDF-A2BB-4F17-99CB-0B213EF4BAA4}"/>
          </ac:spMkLst>
        </pc:spChg>
        <pc:graphicFrameChg chg="del modGraphic">
          <ac:chgData name="JHEYSON FABIAN VILLAVISAN BUITRAGO" userId="e5ced5c2-d787-455d-b115-4f08a699b8c8" providerId="ADAL" clId="{D29F3602-5A42-550B-85C2-F2C884FDDEDE}" dt="2026-02-13T19:49:35.659" v="1" actId="21"/>
          <ac:graphicFrameMkLst>
            <pc:docMk/>
            <pc:sldMk cId="2505371292" sldId="270"/>
            <ac:graphicFrameMk id="2" creationId="{BFAD80C6-663E-42AD-A6EE-0E699E7C415E}"/>
          </ac:graphicFrameMkLst>
        </pc:graphicFrameChg>
        <pc:graphicFrameChg chg="add mod modGraphic">
          <ac:chgData name="JHEYSON FABIAN VILLAVISAN BUITRAGO" userId="e5ced5c2-d787-455d-b115-4f08a699b8c8" providerId="ADAL" clId="{D29F3602-5A42-550B-85C2-F2C884FDDEDE}" dt="2026-02-13T20:16:15.839" v="81" actId="20577"/>
          <ac:graphicFrameMkLst>
            <pc:docMk/>
            <pc:sldMk cId="2505371292" sldId="270"/>
            <ac:graphicFrameMk id="4" creationId="{303AAF72-0FD8-965F-A378-E6A0413C5419}"/>
          </ac:graphicFrameMkLst>
        </pc:graphicFrameChg>
      </pc:sldChg>
      <pc:sldChg chg="addSp delSp modSp mod">
        <pc:chgData name="JHEYSON FABIAN VILLAVISAN BUITRAGO" userId="e5ced5c2-d787-455d-b115-4f08a699b8c8" providerId="ADAL" clId="{D29F3602-5A42-550B-85C2-F2C884FDDEDE}" dt="2026-02-13T19:54:21.385" v="20" actId="1076"/>
        <pc:sldMkLst>
          <pc:docMk/>
          <pc:sldMk cId="3709177429" sldId="274"/>
        </pc:sldMkLst>
        <pc:spChg chg="mod">
          <ac:chgData name="JHEYSON FABIAN VILLAVISAN BUITRAGO" userId="e5ced5c2-d787-455d-b115-4f08a699b8c8" providerId="ADAL" clId="{D29F3602-5A42-550B-85C2-F2C884FDDEDE}" dt="2026-02-13T19:51:50.677" v="12" actId="2711"/>
          <ac:spMkLst>
            <pc:docMk/>
            <pc:sldMk cId="3709177429" sldId="274"/>
            <ac:spMk id="2" creationId="{FB1B6180-BCA0-4F51-9F68-9E5BAB8A4FDC}"/>
          </ac:spMkLst>
        </pc:spChg>
        <pc:spChg chg="mod">
          <ac:chgData name="JHEYSON FABIAN VILLAVISAN BUITRAGO" userId="e5ced5c2-d787-455d-b115-4f08a699b8c8" providerId="ADAL" clId="{D29F3602-5A42-550B-85C2-F2C884FDDEDE}" dt="2026-02-13T19:52:02.119" v="14" actId="14100"/>
          <ac:spMkLst>
            <pc:docMk/>
            <pc:sldMk cId="3709177429" sldId="274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19:51:08.499" v="6" actId="478"/>
          <ac:spMkLst>
            <pc:docMk/>
            <pc:sldMk cId="3709177429" sldId="274"/>
            <ac:spMk id="5" creationId="{83E1B4D8-655A-285D-2DF3-8CAEDFEE856D}"/>
          </ac:spMkLst>
        </pc:spChg>
        <pc:spChg chg="add mod">
          <ac:chgData name="JHEYSON FABIAN VILLAVISAN BUITRAGO" userId="e5ced5c2-d787-455d-b115-4f08a699b8c8" providerId="ADAL" clId="{D29F3602-5A42-550B-85C2-F2C884FDDEDE}" dt="2026-02-13T19:54:21.385" v="20" actId="1076"/>
          <ac:spMkLst>
            <pc:docMk/>
            <pc:sldMk cId="3709177429" sldId="274"/>
            <ac:spMk id="7" creationId="{67ACB752-76D4-F0B7-074E-61B743C6664B}"/>
          </ac:spMkLst>
        </pc:spChg>
        <pc:spChg chg="del">
          <ac:chgData name="JHEYSON FABIAN VILLAVISAN BUITRAGO" userId="e5ced5c2-d787-455d-b115-4f08a699b8c8" providerId="ADAL" clId="{D29F3602-5A42-550B-85C2-F2C884FDDEDE}" dt="2026-02-13T19:51:10.462" v="8" actId="478"/>
          <ac:spMkLst>
            <pc:docMk/>
            <pc:sldMk cId="3709177429" sldId="274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19:51:25.152" v="9"/>
          <ac:picMkLst>
            <pc:docMk/>
            <pc:sldMk cId="3709177429" sldId="274"/>
            <ac:picMk id="3" creationId="{C35B1C1A-D49F-F4E7-A188-48393E5C72AA}"/>
          </ac:picMkLst>
        </pc:picChg>
        <pc:picChg chg="mod">
          <ac:chgData name="JHEYSON FABIAN VILLAVISAN BUITRAGO" userId="e5ced5c2-d787-455d-b115-4f08a699b8c8" providerId="ADAL" clId="{D29F3602-5A42-550B-85C2-F2C884FDDEDE}" dt="2026-02-13T19:52:05.600" v="15" actId="1076"/>
          <ac:picMkLst>
            <pc:docMk/>
            <pc:sldMk cId="3709177429" sldId="274"/>
            <ac:picMk id="6" creationId="{46E1A899-6475-4C36-890B-85392BBFA904}"/>
          </ac:picMkLst>
        </pc:picChg>
        <pc:picChg chg="del">
          <ac:chgData name="JHEYSON FABIAN VILLAVISAN BUITRAGO" userId="e5ced5c2-d787-455d-b115-4f08a699b8c8" providerId="ADAL" clId="{D29F3602-5A42-550B-85C2-F2C884FDDEDE}" dt="2026-02-13T19:51:09.635" v="7" actId="478"/>
          <ac:picMkLst>
            <pc:docMk/>
            <pc:sldMk cId="3709177429" sldId="274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19:55:04.032" v="29" actId="2711"/>
        <pc:sldMkLst>
          <pc:docMk/>
          <pc:sldMk cId="4078205479" sldId="275"/>
        </pc:sldMkLst>
        <pc:spChg chg="add mod">
          <ac:chgData name="JHEYSON FABIAN VILLAVISAN BUITRAGO" userId="e5ced5c2-d787-455d-b115-4f08a699b8c8" providerId="ADAL" clId="{D29F3602-5A42-550B-85C2-F2C884FDDEDE}" dt="2026-02-13T19:54:26.340" v="21"/>
          <ac:spMkLst>
            <pc:docMk/>
            <pc:sldMk cId="4078205479" sldId="275"/>
            <ac:spMk id="3" creationId="{4896FF5A-162D-7052-930F-F3AAC5F62108}"/>
          </ac:spMkLst>
        </pc:spChg>
        <pc:spChg chg="mod">
          <ac:chgData name="JHEYSON FABIAN VILLAVISAN BUITRAGO" userId="e5ced5c2-d787-455d-b115-4f08a699b8c8" providerId="ADAL" clId="{D29F3602-5A42-550B-85C2-F2C884FDDEDE}" dt="2026-02-13T19:55:04.032" v="29" actId="2711"/>
          <ac:spMkLst>
            <pc:docMk/>
            <pc:sldMk cId="4078205479" sldId="275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19:53:06.809" v="16" actId="478"/>
          <ac:spMkLst>
            <pc:docMk/>
            <pc:sldMk cId="4078205479" sldId="275"/>
            <ac:spMk id="5" creationId="{6D88147D-F1B1-6CDA-07BA-627567C15FAD}"/>
          </ac:spMkLst>
        </pc:spChg>
        <pc:spChg chg="mod">
          <ac:chgData name="JHEYSON FABIAN VILLAVISAN BUITRAGO" userId="e5ced5c2-d787-455d-b115-4f08a699b8c8" providerId="ADAL" clId="{D29F3602-5A42-550B-85C2-F2C884FDDEDE}" dt="2026-02-13T19:54:56.290" v="27" actId="2711"/>
          <ac:spMkLst>
            <pc:docMk/>
            <pc:sldMk cId="4078205479" sldId="275"/>
            <ac:spMk id="8" creationId="{423EA204-2513-6644-FD20-7A363D8F33C3}"/>
          </ac:spMkLst>
        </pc:spChg>
        <pc:spChg chg="del">
          <ac:chgData name="JHEYSON FABIAN VILLAVISAN BUITRAGO" userId="e5ced5c2-d787-455d-b115-4f08a699b8c8" providerId="ADAL" clId="{D29F3602-5A42-550B-85C2-F2C884FDDEDE}" dt="2026-02-13T19:53:08.693" v="18" actId="478"/>
          <ac:spMkLst>
            <pc:docMk/>
            <pc:sldMk cId="4078205479" sldId="275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19:54:26.340" v="21"/>
          <ac:picMkLst>
            <pc:docMk/>
            <pc:sldMk cId="4078205479" sldId="275"/>
            <ac:picMk id="2" creationId="{D9B3FDE6-130D-DA34-6BEC-68D8A12A04FB}"/>
          </ac:picMkLst>
        </pc:picChg>
        <pc:picChg chg="del">
          <ac:chgData name="JHEYSON FABIAN VILLAVISAN BUITRAGO" userId="e5ced5c2-d787-455d-b115-4f08a699b8c8" providerId="ADAL" clId="{D29F3602-5A42-550B-85C2-F2C884FDDEDE}" dt="2026-02-13T19:53:07.469" v="17" actId="478"/>
          <ac:picMkLst>
            <pc:docMk/>
            <pc:sldMk cId="4078205479" sldId="275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19:59:02.118" v="39" actId="14100"/>
        <pc:sldMkLst>
          <pc:docMk/>
          <pc:sldMk cId="1451190892" sldId="277"/>
        </pc:sldMkLst>
        <pc:spChg chg="del mod">
          <ac:chgData name="JHEYSON FABIAN VILLAVISAN BUITRAGO" userId="e5ced5c2-d787-455d-b115-4f08a699b8c8" providerId="ADAL" clId="{D29F3602-5A42-550B-85C2-F2C884FDDEDE}" dt="2026-02-13T19:58:48.077" v="36" actId="478"/>
          <ac:spMkLst>
            <pc:docMk/>
            <pc:sldMk cId="1451190892" sldId="277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19:59:02.118" v="39" actId="14100"/>
          <ac:spMkLst>
            <pc:docMk/>
            <pc:sldMk cId="1451190892" sldId="277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19:58:29.555" v="30" actId="478"/>
          <ac:spMkLst>
            <pc:docMk/>
            <pc:sldMk cId="1451190892" sldId="277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19:58:43.588" v="34"/>
          <ac:spMkLst>
            <pc:docMk/>
            <pc:sldMk cId="1451190892" sldId="277"/>
            <ac:spMk id="6" creationId="{07A4E0A9-6CDD-11ED-023B-FF310C680344}"/>
          </ac:spMkLst>
        </pc:spChg>
        <pc:spChg chg="add mod">
          <ac:chgData name="JHEYSON FABIAN VILLAVISAN BUITRAGO" userId="e5ced5c2-d787-455d-b115-4f08a699b8c8" providerId="ADAL" clId="{D29F3602-5A42-550B-85C2-F2C884FDDEDE}" dt="2026-02-13T19:58:52.675" v="37"/>
          <ac:spMkLst>
            <pc:docMk/>
            <pc:sldMk cId="1451190892" sldId="277"/>
            <ac:spMk id="7" creationId="{9A6D4856-DFF4-0A47-BB09-9EAB068C9412}"/>
          </ac:spMkLst>
        </pc:spChg>
        <pc:spChg chg="del">
          <ac:chgData name="JHEYSON FABIAN VILLAVISAN BUITRAGO" userId="e5ced5c2-d787-455d-b115-4f08a699b8c8" providerId="ADAL" clId="{D29F3602-5A42-550B-85C2-F2C884FDDEDE}" dt="2026-02-13T19:58:31.274" v="33" actId="478"/>
          <ac:spMkLst>
            <pc:docMk/>
            <pc:sldMk cId="1451190892" sldId="277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19:58:43.588" v="34"/>
          <ac:picMkLst>
            <pc:docMk/>
            <pc:sldMk cId="1451190892" sldId="277"/>
            <ac:picMk id="3" creationId="{BE064FFC-F859-49E2-ABF0-0205DC288718}"/>
          </ac:picMkLst>
        </pc:picChg>
        <pc:picChg chg="del mod">
          <ac:chgData name="JHEYSON FABIAN VILLAVISAN BUITRAGO" userId="e5ced5c2-d787-455d-b115-4f08a699b8c8" providerId="ADAL" clId="{D29F3602-5A42-550B-85C2-F2C884FDDEDE}" dt="2026-02-13T19:58:30.456" v="32" actId="478"/>
          <ac:picMkLst>
            <pc:docMk/>
            <pc:sldMk cId="1451190892" sldId="277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14:33.599" v="57" actId="2711"/>
        <pc:sldMkLst>
          <pc:docMk/>
          <pc:sldMk cId="309106847" sldId="278"/>
        </pc:sldMkLst>
        <pc:spChg chg="del">
          <ac:chgData name="JHEYSON FABIAN VILLAVISAN BUITRAGO" userId="e5ced5c2-d787-455d-b115-4f08a699b8c8" providerId="ADAL" clId="{D29F3602-5A42-550B-85C2-F2C884FDDEDE}" dt="2026-02-13T20:12:54.597" v="52" actId="478"/>
          <ac:spMkLst>
            <pc:docMk/>
            <pc:sldMk cId="309106847" sldId="278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20:14:33.599" v="57" actId="2711"/>
          <ac:spMkLst>
            <pc:docMk/>
            <pc:sldMk cId="309106847" sldId="278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12:53.072" v="51" actId="478"/>
          <ac:spMkLst>
            <pc:docMk/>
            <pc:sldMk cId="309106847" sldId="278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20:13:44.053" v="56"/>
          <ac:spMkLst>
            <pc:docMk/>
            <pc:sldMk cId="309106847" sldId="278"/>
            <ac:spMk id="6" creationId="{EC28E547-C905-6F63-15B9-896EC88A89FF}"/>
          </ac:spMkLst>
        </pc:spChg>
        <pc:spChg chg="add mod">
          <ac:chgData name="JHEYSON FABIAN VILLAVISAN BUITRAGO" userId="e5ced5c2-d787-455d-b115-4f08a699b8c8" providerId="ADAL" clId="{D29F3602-5A42-550B-85C2-F2C884FDDEDE}" dt="2026-02-13T20:13:44.053" v="56"/>
          <ac:spMkLst>
            <pc:docMk/>
            <pc:sldMk cId="309106847" sldId="278"/>
            <ac:spMk id="7" creationId="{FA560B4F-7829-70DC-881F-F7D14CA564BF}"/>
          </ac:spMkLst>
        </pc:spChg>
        <pc:spChg chg="del">
          <ac:chgData name="JHEYSON FABIAN VILLAVISAN BUITRAGO" userId="e5ced5c2-d787-455d-b115-4f08a699b8c8" providerId="ADAL" clId="{D29F3602-5A42-550B-85C2-F2C884FDDEDE}" dt="2026-02-13T20:12:51.558" v="48" actId="478"/>
          <ac:spMkLst>
            <pc:docMk/>
            <pc:sldMk cId="309106847" sldId="278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13:44.053" v="56"/>
          <ac:picMkLst>
            <pc:docMk/>
            <pc:sldMk cId="309106847" sldId="278"/>
            <ac:picMk id="3" creationId="{90410879-A646-AD19-DE66-88737229526B}"/>
          </ac:picMkLst>
        </pc:picChg>
        <pc:picChg chg="del mod">
          <ac:chgData name="JHEYSON FABIAN VILLAVISAN BUITRAGO" userId="e5ced5c2-d787-455d-b115-4f08a699b8c8" providerId="ADAL" clId="{D29F3602-5A42-550B-85C2-F2C884FDDEDE}" dt="2026-02-13T20:12:52.215" v="50" actId="478"/>
          <ac:picMkLst>
            <pc:docMk/>
            <pc:sldMk cId="309106847" sldId="278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18:03.126" v="83" actId="1038"/>
        <pc:sldMkLst>
          <pc:docMk/>
          <pc:sldMk cId="732727000" sldId="279"/>
        </pc:sldMkLst>
        <pc:spChg chg="del">
          <ac:chgData name="JHEYSON FABIAN VILLAVISAN BUITRAGO" userId="e5ced5c2-d787-455d-b115-4f08a699b8c8" providerId="ADAL" clId="{D29F3602-5A42-550B-85C2-F2C884FDDEDE}" dt="2026-02-13T20:09:53.516" v="44" actId="478"/>
          <ac:spMkLst>
            <pc:docMk/>
            <pc:sldMk cId="732727000" sldId="279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20:18:03.126" v="83" actId="1038"/>
          <ac:spMkLst>
            <pc:docMk/>
            <pc:sldMk cId="732727000" sldId="279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09:48.876" v="40" actId="478"/>
          <ac:spMkLst>
            <pc:docMk/>
            <pc:sldMk cId="732727000" sldId="279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20:13:35.713" v="55" actId="1076"/>
          <ac:spMkLst>
            <pc:docMk/>
            <pc:sldMk cId="732727000" sldId="279"/>
            <ac:spMk id="6" creationId="{356F4AFC-670F-CABA-D0DF-EF12D7B693BB}"/>
          </ac:spMkLst>
        </pc:spChg>
        <pc:spChg chg="add mod">
          <ac:chgData name="JHEYSON FABIAN VILLAVISAN BUITRAGO" userId="e5ced5c2-d787-455d-b115-4f08a699b8c8" providerId="ADAL" clId="{D29F3602-5A42-550B-85C2-F2C884FDDEDE}" dt="2026-02-13T20:10:04.297" v="46"/>
          <ac:spMkLst>
            <pc:docMk/>
            <pc:sldMk cId="732727000" sldId="279"/>
            <ac:spMk id="7" creationId="{3C1AF9E5-43C3-ECFD-CFC4-C345F427A21A}"/>
          </ac:spMkLst>
        </pc:spChg>
        <pc:spChg chg="del">
          <ac:chgData name="JHEYSON FABIAN VILLAVISAN BUITRAGO" userId="e5ced5c2-d787-455d-b115-4f08a699b8c8" providerId="ADAL" clId="{D29F3602-5A42-550B-85C2-F2C884FDDEDE}" dt="2026-02-13T20:09:50.287" v="42" actId="478"/>
          <ac:spMkLst>
            <pc:docMk/>
            <pc:sldMk cId="732727000" sldId="279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13:35.713" v="55" actId="1076"/>
          <ac:picMkLst>
            <pc:docMk/>
            <pc:sldMk cId="732727000" sldId="279"/>
            <ac:picMk id="3" creationId="{E7204736-489E-F24C-AA24-AB9E97A7960C}"/>
          </ac:picMkLst>
        </pc:picChg>
        <pc:picChg chg="del">
          <ac:chgData name="JHEYSON FABIAN VILLAVISAN BUITRAGO" userId="e5ced5c2-d787-455d-b115-4f08a699b8c8" providerId="ADAL" clId="{D29F3602-5A42-550B-85C2-F2C884FDDEDE}" dt="2026-02-13T20:09:49.650" v="41" actId="478"/>
          <ac:picMkLst>
            <pc:docMk/>
            <pc:sldMk cId="732727000" sldId="279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15:00.190" v="65" actId="1076"/>
        <pc:sldMkLst>
          <pc:docMk/>
          <pc:sldMk cId="1461168368" sldId="280"/>
        </pc:sldMkLst>
        <pc:spChg chg="del">
          <ac:chgData name="JHEYSON FABIAN VILLAVISAN BUITRAGO" userId="e5ced5c2-d787-455d-b115-4f08a699b8c8" providerId="ADAL" clId="{D29F3602-5A42-550B-85C2-F2C884FDDEDE}" dt="2026-02-13T20:14:47.341" v="62" actId="478"/>
          <ac:spMkLst>
            <pc:docMk/>
            <pc:sldMk cId="1461168368" sldId="280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20:15:00.190" v="65" actId="1076"/>
          <ac:spMkLst>
            <pc:docMk/>
            <pc:sldMk cId="1461168368" sldId="280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14:42.798" v="58" actId="478"/>
          <ac:spMkLst>
            <pc:docMk/>
            <pc:sldMk cId="1461168368" sldId="280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20:14:50.207" v="63"/>
          <ac:spMkLst>
            <pc:docMk/>
            <pc:sldMk cId="1461168368" sldId="280"/>
            <ac:spMk id="6" creationId="{25CB5AB6-CFF4-E5E1-FB63-E62933418A63}"/>
          </ac:spMkLst>
        </pc:spChg>
        <pc:spChg chg="add mod">
          <ac:chgData name="JHEYSON FABIAN VILLAVISAN BUITRAGO" userId="e5ced5c2-d787-455d-b115-4f08a699b8c8" providerId="ADAL" clId="{D29F3602-5A42-550B-85C2-F2C884FDDEDE}" dt="2026-02-13T20:14:50.207" v="63"/>
          <ac:spMkLst>
            <pc:docMk/>
            <pc:sldMk cId="1461168368" sldId="280"/>
            <ac:spMk id="7" creationId="{615DB4CB-E4D3-3AB0-2016-E1CE840307BB}"/>
          </ac:spMkLst>
        </pc:spChg>
        <pc:spChg chg="del">
          <ac:chgData name="JHEYSON FABIAN VILLAVISAN BUITRAGO" userId="e5ced5c2-d787-455d-b115-4f08a699b8c8" providerId="ADAL" clId="{D29F3602-5A42-550B-85C2-F2C884FDDEDE}" dt="2026-02-13T20:14:45.271" v="61" actId="478"/>
          <ac:spMkLst>
            <pc:docMk/>
            <pc:sldMk cId="1461168368" sldId="280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14:50.207" v="63"/>
          <ac:picMkLst>
            <pc:docMk/>
            <pc:sldMk cId="1461168368" sldId="280"/>
            <ac:picMk id="3" creationId="{DB501F7C-E58E-0BCE-57F9-8BA540A5EB86}"/>
          </ac:picMkLst>
        </pc:picChg>
        <pc:picChg chg="del mod">
          <ac:chgData name="JHEYSON FABIAN VILLAVISAN BUITRAGO" userId="e5ced5c2-d787-455d-b115-4f08a699b8c8" providerId="ADAL" clId="{D29F3602-5A42-550B-85C2-F2C884FDDEDE}" dt="2026-02-13T20:14:43.415" v="60" actId="478"/>
          <ac:picMkLst>
            <pc:docMk/>
            <pc:sldMk cId="1461168368" sldId="280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15:18.524" v="73" actId="2711"/>
        <pc:sldMkLst>
          <pc:docMk/>
          <pc:sldMk cId="2708962082" sldId="281"/>
        </pc:sldMkLst>
        <pc:spChg chg="del">
          <ac:chgData name="JHEYSON FABIAN VILLAVISAN BUITRAGO" userId="e5ced5c2-d787-455d-b115-4f08a699b8c8" providerId="ADAL" clId="{D29F3602-5A42-550B-85C2-F2C884FDDEDE}" dt="2026-02-13T20:15:12.238" v="71" actId="478"/>
          <ac:spMkLst>
            <pc:docMk/>
            <pc:sldMk cId="2708962082" sldId="281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20:15:18.524" v="73" actId="2711"/>
          <ac:spMkLst>
            <pc:docMk/>
            <pc:sldMk cId="2708962082" sldId="281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15:07.672" v="66" actId="478"/>
          <ac:spMkLst>
            <pc:docMk/>
            <pc:sldMk cId="2708962082" sldId="281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20:15:13.192" v="72"/>
          <ac:spMkLst>
            <pc:docMk/>
            <pc:sldMk cId="2708962082" sldId="281"/>
            <ac:spMk id="6" creationId="{B9F3DBCF-C052-A8BA-516B-7328EC8E297E}"/>
          </ac:spMkLst>
        </pc:spChg>
        <pc:spChg chg="add mod">
          <ac:chgData name="JHEYSON FABIAN VILLAVISAN BUITRAGO" userId="e5ced5c2-d787-455d-b115-4f08a699b8c8" providerId="ADAL" clId="{D29F3602-5A42-550B-85C2-F2C884FDDEDE}" dt="2026-02-13T20:15:13.192" v="72"/>
          <ac:spMkLst>
            <pc:docMk/>
            <pc:sldMk cId="2708962082" sldId="281"/>
            <ac:spMk id="7" creationId="{617F0783-7BF8-27D5-0CAA-6D808E13F74C}"/>
          </ac:spMkLst>
        </pc:spChg>
        <pc:spChg chg="del mod">
          <ac:chgData name="JHEYSON FABIAN VILLAVISAN BUITRAGO" userId="e5ced5c2-d787-455d-b115-4f08a699b8c8" providerId="ADAL" clId="{D29F3602-5A42-550B-85C2-F2C884FDDEDE}" dt="2026-02-13T20:15:09.830" v="70" actId="478"/>
          <ac:spMkLst>
            <pc:docMk/>
            <pc:sldMk cId="2708962082" sldId="281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15:13.192" v="72"/>
          <ac:picMkLst>
            <pc:docMk/>
            <pc:sldMk cId="2708962082" sldId="281"/>
            <ac:picMk id="3" creationId="{E2DE5BF5-7A16-2F48-1CDE-D34168B5ACB4}"/>
          </ac:picMkLst>
        </pc:picChg>
        <pc:picChg chg="del mod">
          <ac:chgData name="JHEYSON FABIAN VILLAVISAN BUITRAGO" userId="e5ced5c2-d787-455d-b115-4f08a699b8c8" providerId="ADAL" clId="{D29F3602-5A42-550B-85C2-F2C884FDDEDE}" dt="2026-02-13T20:15:08.272" v="68" actId="478"/>
          <ac:picMkLst>
            <pc:docMk/>
            <pc:sldMk cId="2708962082" sldId="281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18:24.040" v="84" actId="2711"/>
        <pc:sldMkLst>
          <pc:docMk/>
          <pc:sldMk cId="4215858998" sldId="282"/>
        </pc:sldMkLst>
        <pc:spChg chg="del">
          <ac:chgData name="JHEYSON FABIAN VILLAVISAN BUITRAGO" userId="e5ced5c2-d787-455d-b115-4f08a699b8c8" providerId="ADAL" clId="{D29F3602-5A42-550B-85C2-F2C884FDDEDE}" dt="2026-02-13T20:15:53.811" v="78" actId="478"/>
          <ac:spMkLst>
            <pc:docMk/>
            <pc:sldMk cId="4215858998" sldId="282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20:18:24.040" v="84" actId="2711"/>
          <ac:spMkLst>
            <pc:docMk/>
            <pc:sldMk cId="4215858998" sldId="282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15:48.641" v="74" actId="478"/>
          <ac:spMkLst>
            <pc:docMk/>
            <pc:sldMk cId="4215858998" sldId="282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20:15:54.928" v="79"/>
          <ac:spMkLst>
            <pc:docMk/>
            <pc:sldMk cId="4215858998" sldId="282"/>
            <ac:spMk id="6" creationId="{217BB60C-AF68-2606-EAE3-662F580F9986}"/>
          </ac:spMkLst>
        </pc:spChg>
        <pc:spChg chg="add mod">
          <ac:chgData name="JHEYSON FABIAN VILLAVISAN BUITRAGO" userId="e5ced5c2-d787-455d-b115-4f08a699b8c8" providerId="ADAL" clId="{D29F3602-5A42-550B-85C2-F2C884FDDEDE}" dt="2026-02-13T20:15:54.928" v="79"/>
          <ac:spMkLst>
            <pc:docMk/>
            <pc:sldMk cId="4215858998" sldId="282"/>
            <ac:spMk id="7" creationId="{21F46D22-13A2-A84E-D3CC-0438E7E2FF83}"/>
          </ac:spMkLst>
        </pc:spChg>
        <pc:spChg chg="del">
          <ac:chgData name="JHEYSON FABIAN VILLAVISAN BUITRAGO" userId="e5ced5c2-d787-455d-b115-4f08a699b8c8" providerId="ADAL" clId="{D29F3602-5A42-550B-85C2-F2C884FDDEDE}" dt="2026-02-13T20:15:51.016" v="77" actId="478"/>
          <ac:spMkLst>
            <pc:docMk/>
            <pc:sldMk cId="4215858998" sldId="282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15:54.928" v="79"/>
          <ac:picMkLst>
            <pc:docMk/>
            <pc:sldMk cId="4215858998" sldId="282"/>
            <ac:picMk id="3" creationId="{3F03F729-9BB9-49E6-154E-B785A8D95A5B}"/>
          </ac:picMkLst>
        </pc:picChg>
        <pc:picChg chg="del mod">
          <ac:chgData name="JHEYSON FABIAN VILLAVISAN BUITRAGO" userId="e5ced5c2-d787-455d-b115-4f08a699b8c8" providerId="ADAL" clId="{D29F3602-5A42-550B-85C2-F2C884FDDEDE}" dt="2026-02-13T20:15:49.303" v="76" actId="478"/>
          <ac:picMkLst>
            <pc:docMk/>
            <pc:sldMk cId="4215858998" sldId="282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18:37.744" v="91" actId="2711"/>
        <pc:sldMkLst>
          <pc:docMk/>
          <pc:sldMk cId="3745771177" sldId="283"/>
        </pc:sldMkLst>
        <pc:spChg chg="del">
          <ac:chgData name="JHEYSON FABIAN VILLAVISAN BUITRAGO" userId="e5ced5c2-d787-455d-b115-4f08a699b8c8" providerId="ADAL" clId="{D29F3602-5A42-550B-85C2-F2C884FDDEDE}" dt="2026-02-13T20:18:31.954" v="89" actId="478"/>
          <ac:spMkLst>
            <pc:docMk/>
            <pc:sldMk cId="3745771177" sldId="283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20:18:37.744" v="91" actId="2711"/>
          <ac:spMkLst>
            <pc:docMk/>
            <pc:sldMk cId="3745771177" sldId="283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18:30.571" v="88" actId="478"/>
          <ac:spMkLst>
            <pc:docMk/>
            <pc:sldMk cId="3745771177" sldId="283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20:18:32.788" v="90"/>
          <ac:spMkLst>
            <pc:docMk/>
            <pc:sldMk cId="3745771177" sldId="283"/>
            <ac:spMk id="6" creationId="{D8932EFC-9453-ECFD-1697-616C468989BC}"/>
          </ac:spMkLst>
        </pc:spChg>
        <pc:spChg chg="add mod">
          <ac:chgData name="JHEYSON FABIAN VILLAVISAN BUITRAGO" userId="e5ced5c2-d787-455d-b115-4f08a699b8c8" providerId="ADAL" clId="{D29F3602-5A42-550B-85C2-F2C884FDDEDE}" dt="2026-02-13T20:18:32.788" v="90"/>
          <ac:spMkLst>
            <pc:docMk/>
            <pc:sldMk cId="3745771177" sldId="283"/>
            <ac:spMk id="7" creationId="{CDE1AFB7-9E5D-0B9F-2238-C86E67607DB3}"/>
          </ac:spMkLst>
        </pc:spChg>
        <pc:spChg chg="del">
          <ac:chgData name="JHEYSON FABIAN VILLAVISAN BUITRAGO" userId="e5ced5c2-d787-455d-b115-4f08a699b8c8" providerId="ADAL" clId="{D29F3602-5A42-550B-85C2-F2C884FDDEDE}" dt="2026-02-13T20:18:29.284" v="87" actId="478"/>
          <ac:spMkLst>
            <pc:docMk/>
            <pc:sldMk cId="3745771177" sldId="283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18:32.788" v="90"/>
          <ac:picMkLst>
            <pc:docMk/>
            <pc:sldMk cId="3745771177" sldId="283"/>
            <ac:picMk id="3" creationId="{CFE99709-70E8-42A7-CF64-7ED3F09F84A7}"/>
          </ac:picMkLst>
        </pc:picChg>
        <pc:picChg chg="del mod">
          <ac:chgData name="JHEYSON FABIAN VILLAVISAN BUITRAGO" userId="e5ced5c2-d787-455d-b115-4f08a699b8c8" providerId="ADAL" clId="{D29F3602-5A42-550B-85C2-F2C884FDDEDE}" dt="2026-02-13T20:18:27.686" v="86" actId="478"/>
          <ac:picMkLst>
            <pc:docMk/>
            <pc:sldMk cId="3745771177" sldId="283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18:57.255" v="99" actId="2711"/>
        <pc:sldMkLst>
          <pc:docMk/>
          <pc:sldMk cId="3326521887" sldId="284"/>
        </pc:sldMkLst>
        <pc:spChg chg="del">
          <ac:chgData name="JHEYSON FABIAN VILLAVISAN BUITRAGO" userId="e5ced5c2-d787-455d-b115-4f08a699b8c8" providerId="ADAL" clId="{D29F3602-5A42-550B-85C2-F2C884FDDEDE}" dt="2026-02-13T20:18:49.552" v="96" actId="478"/>
          <ac:spMkLst>
            <pc:docMk/>
            <pc:sldMk cId="3326521887" sldId="284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20:18:57.255" v="99" actId="2711"/>
          <ac:spMkLst>
            <pc:docMk/>
            <pc:sldMk cId="3326521887" sldId="284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18:47.325" v="95" actId="478"/>
          <ac:spMkLst>
            <pc:docMk/>
            <pc:sldMk cId="3326521887" sldId="284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20:18:50.513" v="97"/>
          <ac:spMkLst>
            <pc:docMk/>
            <pc:sldMk cId="3326521887" sldId="284"/>
            <ac:spMk id="6" creationId="{C3C3C32E-8ED3-EBF1-703A-74E1BA9DB35C}"/>
          </ac:spMkLst>
        </pc:spChg>
        <pc:spChg chg="add mod">
          <ac:chgData name="JHEYSON FABIAN VILLAVISAN BUITRAGO" userId="e5ced5c2-d787-455d-b115-4f08a699b8c8" providerId="ADAL" clId="{D29F3602-5A42-550B-85C2-F2C884FDDEDE}" dt="2026-02-13T20:18:50.513" v="97"/>
          <ac:spMkLst>
            <pc:docMk/>
            <pc:sldMk cId="3326521887" sldId="284"/>
            <ac:spMk id="7" creationId="{EBCB85DF-3A34-C1BE-9589-4C35B47163F7}"/>
          </ac:spMkLst>
        </pc:spChg>
        <pc:spChg chg="del">
          <ac:chgData name="JHEYSON FABIAN VILLAVISAN BUITRAGO" userId="e5ced5c2-d787-455d-b115-4f08a699b8c8" providerId="ADAL" clId="{D29F3602-5A42-550B-85C2-F2C884FDDEDE}" dt="2026-02-13T20:18:45.537" v="94" actId="478"/>
          <ac:spMkLst>
            <pc:docMk/>
            <pc:sldMk cId="3326521887" sldId="284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18:50.513" v="97"/>
          <ac:picMkLst>
            <pc:docMk/>
            <pc:sldMk cId="3326521887" sldId="284"/>
            <ac:picMk id="3" creationId="{EFB74E08-2FBE-438B-CCC8-72C0B2DBD0F1}"/>
          </ac:picMkLst>
        </pc:picChg>
        <pc:picChg chg="del mod">
          <ac:chgData name="JHEYSON FABIAN VILLAVISAN BUITRAGO" userId="e5ced5c2-d787-455d-b115-4f08a699b8c8" providerId="ADAL" clId="{D29F3602-5A42-550B-85C2-F2C884FDDEDE}" dt="2026-02-13T20:18:43.599" v="93" actId="478"/>
          <ac:picMkLst>
            <pc:docMk/>
            <pc:sldMk cId="3326521887" sldId="284"/>
            <ac:picMk id="14" creationId="{EC83F540-C4A2-EE56-0418-B8CD7CA17275}"/>
          </ac:picMkLst>
        </pc:picChg>
      </pc:sldChg>
      <pc:sldChg chg="addSp delSp modSp mod ord">
        <pc:chgData name="JHEYSON FABIAN VILLAVISAN BUITRAGO" userId="e5ced5c2-d787-455d-b115-4f08a699b8c8" providerId="ADAL" clId="{D29F3602-5A42-550B-85C2-F2C884FDDEDE}" dt="2026-02-13T20:44:22.172" v="170" actId="20578"/>
        <pc:sldMkLst>
          <pc:docMk/>
          <pc:sldMk cId="723952400" sldId="285"/>
        </pc:sldMkLst>
        <pc:spChg chg="add mod">
          <ac:chgData name="JHEYSON FABIAN VILLAVISAN BUITRAGO" userId="e5ced5c2-d787-455d-b115-4f08a699b8c8" providerId="ADAL" clId="{D29F3602-5A42-550B-85C2-F2C884FDDEDE}" dt="2026-02-13T20:29:23.356" v="155"/>
          <ac:spMkLst>
            <pc:docMk/>
            <pc:sldMk cId="723952400" sldId="285"/>
            <ac:spMk id="3" creationId="{CAD8036B-3AD1-C2F8-F4D2-33099A5B27D1}"/>
          </ac:spMkLst>
        </pc:spChg>
        <pc:spChg chg="mod">
          <ac:chgData name="JHEYSON FABIAN VILLAVISAN BUITRAGO" userId="e5ced5c2-d787-455d-b115-4f08a699b8c8" providerId="ADAL" clId="{D29F3602-5A42-550B-85C2-F2C884FDDEDE}" dt="2026-02-13T20:29:31.377" v="158" actId="2711"/>
          <ac:spMkLst>
            <pc:docMk/>
            <pc:sldMk cId="723952400" sldId="285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29:16.538" v="154" actId="478"/>
          <ac:spMkLst>
            <pc:docMk/>
            <pc:sldMk cId="723952400" sldId="285"/>
            <ac:spMk id="5" creationId="{6D88147D-F1B1-6CDA-07BA-627567C15FAD}"/>
          </ac:spMkLst>
        </pc:spChg>
        <pc:spChg chg="add del mod">
          <ac:chgData name="JHEYSON FABIAN VILLAVISAN BUITRAGO" userId="e5ced5c2-d787-455d-b115-4f08a699b8c8" providerId="ADAL" clId="{D29F3602-5A42-550B-85C2-F2C884FDDEDE}" dt="2026-02-13T20:29:26.740" v="157" actId="478"/>
          <ac:spMkLst>
            <pc:docMk/>
            <pc:sldMk cId="723952400" sldId="285"/>
            <ac:spMk id="6" creationId="{BB1C2EF6-1FA9-716E-296A-5C2638AC9C26}"/>
          </ac:spMkLst>
        </pc:spChg>
        <pc:spChg chg="del mod">
          <ac:chgData name="JHEYSON FABIAN VILLAVISAN BUITRAGO" userId="e5ced5c2-d787-455d-b115-4f08a699b8c8" providerId="ADAL" clId="{D29F3602-5A42-550B-85C2-F2C884FDDEDE}" dt="2026-02-13T20:29:13.839" v="151" actId="478"/>
          <ac:spMkLst>
            <pc:docMk/>
            <pc:sldMk cId="723952400" sldId="285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29:23.356" v="155"/>
          <ac:picMkLst>
            <pc:docMk/>
            <pc:sldMk cId="723952400" sldId="285"/>
            <ac:picMk id="2" creationId="{37068B94-607D-C013-6B81-80D462DAEBF3}"/>
          </ac:picMkLst>
        </pc:picChg>
        <pc:picChg chg="del mod">
          <ac:chgData name="JHEYSON FABIAN VILLAVISAN BUITRAGO" userId="e5ced5c2-d787-455d-b115-4f08a699b8c8" providerId="ADAL" clId="{D29F3602-5A42-550B-85C2-F2C884FDDEDE}" dt="2026-02-13T20:29:14.576" v="153" actId="478"/>
          <ac:picMkLst>
            <pc:docMk/>
            <pc:sldMk cId="723952400" sldId="285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20:10.389" v="106" actId="2711"/>
        <pc:sldMkLst>
          <pc:docMk/>
          <pc:sldMk cId="240730534" sldId="286"/>
        </pc:sldMkLst>
        <pc:spChg chg="del">
          <ac:chgData name="JHEYSON FABIAN VILLAVISAN BUITRAGO" userId="e5ced5c2-d787-455d-b115-4f08a699b8c8" providerId="ADAL" clId="{D29F3602-5A42-550B-85C2-F2C884FDDEDE}" dt="2026-02-13T20:20:05.482" v="104" actId="478"/>
          <ac:spMkLst>
            <pc:docMk/>
            <pc:sldMk cId="240730534" sldId="286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20:20:10.389" v="106" actId="2711"/>
          <ac:spMkLst>
            <pc:docMk/>
            <pc:sldMk cId="240730534" sldId="286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20:01.988" v="100" actId="478"/>
          <ac:spMkLst>
            <pc:docMk/>
            <pc:sldMk cId="240730534" sldId="286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20:20:06.476" v="105"/>
          <ac:spMkLst>
            <pc:docMk/>
            <pc:sldMk cId="240730534" sldId="286"/>
            <ac:spMk id="6" creationId="{2DCF269D-3902-DC51-0D4C-F2541E59FCFD}"/>
          </ac:spMkLst>
        </pc:spChg>
        <pc:spChg chg="add mod">
          <ac:chgData name="JHEYSON FABIAN VILLAVISAN BUITRAGO" userId="e5ced5c2-d787-455d-b115-4f08a699b8c8" providerId="ADAL" clId="{D29F3602-5A42-550B-85C2-F2C884FDDEDE}" dt="2026-02-13T20:20:06.476" v="105"/>
          <ac:spMkLst>
            <pc:docMk/>
            <pc:sldMk cId="240730534" sldId="286"/>
            <ac:spMk id="7" creationId="{7D545E2B-D996-FDF1-4054-404FD482B865}"/>
          </ac:spMkLst>
        </pc:spChg>
        <pc:spChg chg="del mod">
          <ac:chgData name="JHEYSON FABIAN VILLAVISAN BUITRAGO" userId="e5ced5c2-d787-455d-b115-4f08a699b8c8" providerId="ADAL" clId="{D29F3602-5A42-550B-85C2-F2C884FDDEDE}" dt="2026-02-13T20:20:03.843" v="103" actId="478"/>
          <ac:spMkLst>
            <pc:docMk/>
            <pc:sldMk cId="240730534" sldId="286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20:06.476" v="105"/>
          <ac:picMkLst>
            <pc:docMk/>
            <pc:sldMk cId="240730534" sldId="286"/>
            <ac:picMk id="3" creationId="{D5F3DFF6-EBA9-B182-DD8E-5D4A8C69ABD5}"/>
          </ac:picMkLst>
        </pc:picChg>
        <pc:picChg chg="del">
          <ac:chgData name="JHEYSON FABIAN VILLAVISAN BUITRAGO" userId="e5ced5c2-d787-455d-b115-4f08a699b8c8" providerId="ADAL" clId="{D29F3602-5A42-550B-85C2-F2C884FDDEDE}" dt="2026-02-13T20:20:02.573" v="101" actId="478"/>
          <ac:picMkLst>
            <pc:docMk/>
            <pc:sldMk cId="240730534" sldId="286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20:30.553" v="116" actId="1035"/>
        <pc:sldMkLst>
          <pc:docMk/>
          <pc:sldMk cId="2904282543" sldId="287"/>
        </pc:sldMkLst>
        <pc:spChg chg="del">
          <ac:chgData name="JHEYSON FABIAN VILLAVISAN BUITRAGO" userId="e5ced5c2-d787-455d-b115-4f08a699b8c8" providerId="ADAL" clId="{D29F3602-5A42-550B-85C2-F2C884FDDEDE}" dt="2026-02-13T20:20:22.305" v="111" actId="478"/>
          <ac:spMkLst>
            <pc:docMk/>
            <pc:sldMk cId="2904282543" sldId="287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20:20:30.553" v="116" actId="1035"/>
          <ac:spMkLst>
            <pc:docMk/>
            <pc:sldMk cId="2904282543" sldId="287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20:20.145" v="110" actId="478"/>
          <ac:spMkLst>
            <pc:docMk/>
            <pc:sldMk cId="2904282543" sldId="287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20:20:23.204" v="112"/>
          <ac:spMkLst>
            <pc:docMk/>
            <pc:sldMk cId="2904282543" sldId="287"/>
            <ac:spMk id="6" creationId="{B15A77FF-996A-EFBB-1941-83509F360C9E}"/>
          </ac:spMkLst>
        </pc:spChg>
        <pc:spChg chg="add mod">
          <ac:chgData name="JHEYSON FABIAN VILLAVISAN BUITRAGO" userId="e5ced5c2-d787-455d-b115-4f08a699b8c8" providerId="ADAL" clId="{D29F3602-5A42-550B-85C2-F2C884FDDEDE}" dt="2026-02-13T20:20:23.204" v="112"/>
          <ac:spMkLst>
            <pc:docMk/>
            <pc:sldMk cId="2904282543" sldId="287"/>
            <ac:spMk id="7" creationId="{22CADFD0-FFDB-8F96-11A4-C2622732ADAB}"/>
          </ac:spMkLst>
        </pc:spChg>
        <pc:spChg chg="del">
          <ac:chgData name="JHEYSON FABIAN VILLAVISAN BUITRAGO" userId="e5ced5c2-d787-455d-b115-4f08a699b8c8" providerId="ADAL" clId="{D29F3602-5A42-550B-85C2-F2C884FDDEDE}" dt="2026-02-13T20:20:18.489" v="107" actId="478"/>
          <ac:spMkLst>
            <pc:docMk/>
            <pc:sldMk cId="2904282543" sldId="287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20:23.204" v="112"/>
          <ac:picMkLst>
            <pc:docMk/>
            <pc:sldMk cId="2904282543" sldId="287"/>
            <ac:picMk id="3" creationId="{316C9337-17DF-899D-492F-2F4186E582D8}"/>
          </ac:picMkLst>
        </pc:picChg>
        <pc:picChg chg="del mod">
          <ac:chgData name="JHEYSON FABIAN VILLAVISAN BUITRAGO" userId="e5ced5c2-d787-455d-b115-4f08a699b8c8" providerId="ADAL" clId="{D29F3602-5A42-550B-85C2-F2C884FDDEDE}" dt="2026-02-13T20:20:18.976" v="109" actId="478"/>
          <ac:picMkLst>
            <pc:docMk/>
            <pc:sldMk cId="2904282543" sldId="287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27:36.717" v="128" actId="2711"/>
        <pc:sldMkLst>
          <pc:docMk/>
          <pc:sldMk cId="2871765081" sldId="288"/>
        </pc:sldMkLst>
        <pc:spChg chg="del">
          <ac:chgData name="JHEYSON FABIAN VILLAVISAN BUITRAGO" userId="e5ced5c2-d787-455d-b115-4f08a699b8c8" providerId="ADAL" clId="{D29F3602-5A42-550B-85C2-F2C884FDDEDE}" dt="2026-02-13T20:22:54.403" v="122" actId="478"/>
          <ac:spMkLst>
            <pc:docMk/>
            <pc:sldMk cId="2871765081" sldId="288"/>
            <ac:spMk id="2" creationId="{54F108E7-F26E-12A2-3183-CCB1BE1AEF0B}"/>
          </ac:spMkLst>
        </pc:spChg>
        <pc:spChg chg="mod">
          <ac:chgData name="JHEYSON FABIAN VILLAVISAN BUITRAGO" userId="e5ced5c2-d787-455d-b115-4f08a699b8c8" providerId="ADAL" clId="{D29F3602-5A42-550B-85C2-F2C884FDDEDE}" dt="2026-02-13T20:27:36.717" v="128" actId="2711"/>
          <ac:spMkLst>
            <pc:docMk/>
            <pc:sldMk cId="2871765081" sldId="288"/>
            <ac:spMk id="4" creationId="{2C7E43D4-8286-4BEE-907B-3A35AE701C90}"/>
          </ac:spMkLst>
        </pc:spChg>
        <pc:spChg chg="del">
          <ac:chgData name="JHEYSON FABIAN VILLAVISAN BUITRAGO" userId="e5ced5c2-d787-455d-b115-4f08a699b8c8" providerId="ADAL" clId="{D29F3602-5A42-550B-85C2-F2C884FDDEDE}" dt="2026-02-13T20:22:48.115" v="117" actId="478"/>
          <ac:spMkLst>
            <pc:docMk/>
            <pc:sldMk cId="2871765081" sldId="288"/>
            <ac:spMk id="5" creationId="{6D88147D-F1B1-6CDA-07BA-627567C15FAD}"/>
          </ac:spMkLst>
        </pc:spChg>
        <pc:spChg chg="add mod">
          <ac:chgData name="JHEYSON FABIAN VILLAVISAN BUITRAGO" userId="e5ced5c2-d787-455d-b115-4f08a699b8c8" providerId="ADAL" clId="{D29F3602-5A42-550B-85C2-F2C884FDDEDE}" dt="2026-02-13T20:22:55.138" v="123"/>
          <ac:spMkLst>
            <pc:docMk/>
            <pc:sldMk cId="2871765081" sldId="288"/>
            <ac:spMk id="6" creationId="{3527613A-7FBA-4A33-52C8-824AEB1E46FB}"/>
          </ac:spMkLst>
        </pc:spChg>
        <pc:spChg chg="add mod">
          <ac:chgData name="JHEYSON FABIAN VILLAVISAN BUITRAGO" userId="e5ced5c2-d787-455d-b115-4f08a699b8c8" providerId="ADAL" clId="{D29F3602-5A42-550B-85C2-F2C884FDDEDE}" dt="2026-02-13T20:22:55.138" v="123"/>
          <ac:spMkLst>
            <pc:docMk/>
            <pc:sldMk cId="2871765081" sldId="288"/>
            <ac:spMk id="7" creationId="{53E58691-733B-2AA5-34C3-E2A5B6D032C0}"/>
          </ac:spMkLst>
        </pc:spChg>
        <pc:spChg chg="add del mod">
          <ac:chgData name="JHEYSON FABIAN VILLAVISAN BUITRAGO" userId="e5ced5c2-d787-455d-b115-4f08a699b8c8" providerId="ADAL" clId="{D29F3602-5A42-550B-85C2-F2C884FDDEDE}" dt="2026-02-13T20:26:09.964" v="127"/>
          <ac:spMkLst>
            <pc:docMk/>
            <pc:sldMk cId="2871765081" sldId="288"/>
            <ac:spMk id="8" creationId="{3FA722A7-D588-A387-8BE6-77F3A4A49A2F}"/>
          </ac:spMkLst>
        </pc:spChg>
        <pc:spChg chg="del">
          <ac:chgData name="JHEYSON FABIAN VILLAVISAN BUITRAGO" userId="e5ced5c2-d787-455d-b115-4f08a699b8c8" providerId="ADAL" clId="{D29F3602-5A42-550B-85C2-F2C884FDDEDE}" dt="2026-02-13T20:22:49.344" v="119" actId="478"/>
          <ac:spMkLst>
            <pc:docMk/>
            <pc:sldMk cId="2871765081" sldId="288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22:55.138" v="123"/>
          <ac:picMkLst>
            <pc:docMk/>
            <pc:sldMk cId="2871765081" sldId="288"/>
            <ac:picMk id="3" creationId="{FDE25186-C1F2-2793-0A5E-B3445CB25445}"/>
          </ac:picMkLst>
        </pc:picChg>
        <pc:picChg chg="del">
          <ac:chgData name="JHEYSON FABIAN VILLAVISAN BUITRAGO" userId="e5ced5c2-d787-455d-b115-4f08a699b8c8" providerId="ADAL" clId="{D29F3602-5A42-550B-85C2-F2C884FDDEDE}" dt="2026-02-13T20:22:48.648" v="118" actId="478"/>
          <ac:picMkLst>
            <pc:docMk/>
            <pc:sldMk cId="2871765081" sldId="288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28:02.840" v="137" actId="2711"/>
        <pc:sldMkLst>
          <pc:docMk/>
          <pc:sldMk cId="3711970410" sldId="290"/>
        </pc:sldMkLst>
        <pc:spChg chg="del">
          <ac:chgData name="JHEYSON FABIAN VILLAVISAN BUITRAGO" userId="e5ced5c2-d787-455d-b115-4f08a699b8c8" providerId="ADAL" clId="{D29F3602-5A42-550B-85C2-F2C884FDDEDE}" dt="2026-02-13T20:27:54.960" v="134" actId="478"/>
          <ac:spMkLst>
            <pc:docMk/>
            <pc:sldMk cId="3711970410" sldId="290"/>
            <ac:spMk id="2" creationId="{54F108E7-F26E-12A2-3183-CCB1BE1AEF0B}"/>
          </ac:spMkLst>
        </pc:spChg>
        <pc:spChg chg="del">
          <ac:chgData name="JHEYSON FABIAN VILLAVISAN BUITRAGO" userId="e5ced5c2-d787-455d-b115-4f08a699b8c8" providerId="ADAL" clId="{D29F3602-5A42-550B-85C2-F2C884FDDEDE}" dt="2026-02-13T20:27:53.480" v="133" actId="478"/>
          <ac:spMkLst>
            <pc:docMk/>
            <pc:sldMk cId="3711970410" sldId="290"/>
            <ac:spMk id="3" creationId="{D1EE2D82-6E50-E065-7E2C-F86917E9AEDE}"/>
          </ac:spMkLst>
        </pc:spChg>
        <pc:spChg chg="mod">
          <ac:chgData name="JHEYSON FABIAN VILLAVISAN BUITRAGO" userId="e5ced5c2-d787-455d-b115-4f08a699b8c8" providerId="ADAL" clId="{D29F3602-5A42-550B-85C2-F2C884FDDEDE}" dt="2026-02-13T20:28:02.840" v="137" actId="2711"/>
          <ac:spMkLst>
            <pc:docMk/>
            <pc:sldMk cId="3711970410" sldId="290"/>
            <ac:spMk id="4" creationId="{2C7E43D4-8286-4BEE-907B-3A35AE701C90}"/>
          </ac:spMkLst>
        </pc:spChg>
        <pc:spChg chg="add mod">
          <ac:chgData name="JHEYSON FABIAN VILLAVISAN BUITRAGO" userId="e5ced5c2-d787-455d-b115-4f08a699b8c8" providerId="ADAL" clId="{D29F3602-5A42-550B-85C2-F2C884FDDEDE}" dt="2026-02-13T20:27:55.878" v="135"/>
          <ac:spMkLst>
            <pc:docMk/>
            <pc:sldMk cId="3711970410" sldId="290"/>
            <ac:spMk id="6" creationId="{B937C0A2-F138-B1D4-60B9-DABDA7D40232}"/>
          </ac:spMkLst>
        </pc:spChg>
        <pc:spChg chg="add mod">
          <ac:chgData name="JHEYSON FABIAN VILLAVISAN BUITRAGO" userId="e5ced5c2-d787-455d-b115-4f08a699b8c8" providerId="ADAL" clId="{D29F3602-5A42-550B-85C2-F2C884FDDEDE}" dt="2026-02-13T20:27:55.878" v="135"/>
          <ac:spMkLst>
            <pc:docMk/>
            <pc:sldMk cId="3711970410" sldId="290"/>
            <ac:spMk id="7" creationId="{CD16F9C4-D642-2B34-874D-C180B857F921}"/>
          </ac:spMkLst>
        </pc:spChg>
        <pc:spChg chg="del">
          <ac:chgData name="JHEYSON FABIAN VILLAVISAN BUITRAGO" userId="e5ced5c2-d787-455d-b115-4f08a699b8c8" providerId="ADAL" clId="{D29F3602-5A42-550B-85C2-F2C884FDDEDE}" dt="2026-02-13T20:27:53.480" v="133" actId="478"/>
          <ac:spMkLst>
            <pc:docMk/>
            <pc:sldMk cId="3711970410" sldId="290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27:55.878" v="135"/>
          <ac:picMkLst>
            <pc:docMk/>
            <pc:sldMk cId="3711970410" sldId="290"/>
            <ac:picMk id="5" creationId="{EEC08BAF-F6A7-8A62-A135-186810C22A94}"/>
          </ac:picMkLst>
        </pc:picChg>
        <pc:picChg chg="del">
          <ac:chgData name="JHEYSON FABIAN VILLAVISAN BUITRAGO" userId="e5ced5c2-d787-455d-b115-4f08a699b8c8" providerId="ADAL" clId="{D29F3602-5A42-550B-85C2-F2C884FDDEDE}" dt="2026-02-13T20:27:53.480" v="133" actId="478"/>
          <ac:picMkLst>
            <pc:docMk/>
            <pc:sldMk cId="3711970410" sldId="290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28:17.991" v="143" actId="2711"/>
        <pc:sldMkLst>
          <pc:docMk/>
          <pc:sldMk cId="810586027" sldId="291"/>
        </pc:sldMkLst>
        <pc:spChg chg="del">
          <ac:chgData name="JHEYSON FABIAN VILLAVISAN BUITRAGO" userId="e5ced5c2-d787-455d-b115-4f08a699b8c8" providerId="ADAL" clId="{D29F3602-5A42-550B-85C2-F2C884FDDEDE}" dt="2026-02-13T20:28:11.077" v="141" actId="478"/>
          <ac:spMkLst>
            <pc:docMk/>
            <pc:sldMk cId="810586027" sldId="291"/>
            <ac:spMk id="2" creationId="{54F108E7-F26E-12A2-3183-CCB1BE1AEF0B}"/>
          </ac:spMkLst>
        </pc:spChg>
        <pc:spChg chg="del">
          <ac:chgData name="JHEYSON FABIAN VILLAVISAN BUITRAGO" userId="e5ced5c2-d787-455d-b115-4f08a699b8c8" providerId="ADAL" clId="{D29F3602-5A42-550B-85C2-F2C884FDDEDE}" dt="2026-02-13T20:28:07.812" v="138" actId="478"/>
          <ac:spMkLst>
            <pc:docMk/>
            <pc:sldMk cId="810586027" sldId="291"/>
            <ac:spMk id="3" creationId="{999546FF-333B-CEAE-C2BD-15505C95A280}"/>
          </ac:spMkLst>
        </pc:spChg>
        <pc:spChg chg="mod">
          <ac:chgData name="JHEYSON FABIAN VILLAVISAN BUITRAGO" userId="e5ced5c2-d787-455d-b115-4f08a699b8c8" providerId="ADAL" clId="{D29F3602-5A42-550B-85C2-F2C884FDDEDE}" dt="2026-02-13T20:28:17.991" v="143" actId="2711"/>
          <ac:spMkLst>
            <pc:docMk/>
            <pc:sldMk cId="810586027" sldId="291"/>
            <ac:spMk id="4" creationId="{2C7E43D4-8286-4BEE-907B-3A35AE701C90}"/>
          </ac:spMkLst>
        </pc:spChg>
        <pc:spChg chg="add mod">
          <ac:chgData name="JHEYSON FABIAN VILLAVISAN BUITRAGO" userId="e5ced5c2-d787-455d-b115-4f08a699b8c8" providerId="ADAL" clId="{D29F3602-5A42-550B-85C2-F2C884FDDEDE}" dt="2026-02-13T20:28:12.669" v="142"/>
          <ac:spMkLst>
            <pc:docMk/>
            <pc:sldMk cId="810586027" sldId="291"/>
            <ac:spMk id="6" creationId="{0336AF00-6BE0-A7C1-1037-73389D080162}"/>
          </ac:spMkLst>
        </pc:spChg>
        <pc:spChg chg="add mod">
          <ac:chgData name="JHEYSON FABIAN VILLAVISAN BUITRAGO" userId="e5ced5c2-d787-455d-b115-4f08a699b8c8" providerId="ADAL" clId="{D29F3602-5A42-550B-85C2-F2C884FDDEDE}" dt="2026-02-13T20:28:12.669" v="142"/>
          <ac:spMkLst>
            <pc:docMk/>
            <pc:sldMk cId="810586027" sldId="291"/>
            <ac:spMk id="7" creationId="{B21BF746-B34A-F7D9-D4D6-66337F10D64E}"/>
          </ac:spMkLst>
        </pc:spChg>
        <pc:spChg chg="del">
          <ac:chgData name="JHEYSON FABIAN VILLAVISAN BUITRAGO" userId="e5ced5c2-d787-455d-b115-4f08a699b8c8" providerId="ADAL" clId="{D29F3602-5A42-550B-85C2-F2C884FDDEDE}" dt="2026-02-13T20:28:09.684" v="140" actId="478"/>
          <ac:spMkLst>
            <pc:docMk/>
            <pc:sldMk cId="810586027" sldId="291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28:12.669" v="142"/>
          <ac:picMkLst>
            <pc:docMk/>
            <pc:sldMk cId="810586027" sldId="291"/>
            <ac:picMk id="5" creationId="{0C8DA99E-28CA-C954-68D5-BED018D3F392}"/>
          </ac:picMkLst>
        </pc:picChg>
        <pc:picChg chg="del">
          <ac:chgData name="JHEYSON FABIAN VILLAVISAN BUITRAGO" userId="e5ced5c2-d787-455d-b115-4f08a699b8c8" providerId="ADAL" clId="{D29F3602-5A42-550B-85C2-F2C884FDDEDE}" dt="2026-02-13T20:28:08.419" v="139" actId="478"/>
          <ac:picMkLst>
            <pc:docMk/>
            <pc:sldMk cId="810586027" sldId="291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29:06.008" v="149" actId="2711"/>
        <pc:sldMkLst>
          <pc:docMk/>
          <pc:sldMk cId="656277053" sldId="292"/>
        </pc:sldMkLst>
        <pc:spChg chg="del">
          <ac:chgData name="JHEYSON FABIAN VILLAVISAN BUITRAGO" userId="e5ced5c2-d787-455d-b115-4f08a699b8c8" providerId="ADAL" clId="{D29F3602-5A42-550B-85C2-F2C884FDDEDE}" dt="2026-02-13T20:29:00.272" v="147" actId="478"/>
          <ac:spMkLst>
            <pc:docMk/>
            <pc:sldMk cId="656277053" sldId="292"/>
            <ac:spMk id="2" creationId="{54F108E7-F26E-12A2-3183-CCB1BE1AEF0B}"/>
          </ac:spMkLst>
        </pc:spChg>
        <pc:spChg chg="del">
          <ac:chgData name="JHEYSON FABIAN VILLAVISAN BUITRAGO" userId="e5ced5c2-d787-455d-b115-4f08a699b8c8" providerId="ADAL" clId="{D29F3602-5A42-550B-85C2-F2C884FDDEDE}" dt="2026-02-13T20:28:54.262" v="144" actId="478"/>
          <ac:spMkLst>
            <pc:docMk/>
            <pc:sldMk cId="656277053" sldId="292"/>
            <ac:spMk id="3" creationId="{1B73B2EE-82DE-1A7A-AC57-302D5132C191}"/>
          </ac:spMkLst>
        </pc:spChg>
        <pc:spChg chg="mod">
          <ac:chgData name="JHEYSON FABIAN VILLAVISAN BUITRAGO" userId="e5ced5c2-d787-455d-b115-4f08a699b8c8" providerId="ADAL" clId="{D29F3602-5A42-550B-85C2-F2C884FDDEDE}" dt="2026-02-13T20:29:06.008" v="149" actId="2711"/>
          <ac:spMkLst>
            <pc:docMk/>
            <pc:sldMk cId="656277053" sldId="292"/>
            <ac:spMk id="4" creationId="{2C7E43D4-8286-4BEE-907B-3A35AE701C90}"/>
          </ac:spMkLst>
        </pc:spChg>
        <pc:spChg chg="add mod">
          <ac:chgData name="JHEYSON FABIAN VILLAVISAN BUITRAGO" userId="e5ced5c2-d787-455d-b115-4f08a699b8c8" providerId="ADAL" clId="{D29F3602-5A42-550B-85C2-F2C884FDDEDE}" dt="2026-02-13T20:29:01.224" v="148"/>
          <ac:spMkLst>
            <pc:docMk/>
            <pc:sldMk cId="656277053" sldId="292"/>
            <ac:spMk id="6" creationId="{FA9E58A7-864A-8633-C3DC-A4D345C1A499}"/>
          </ac:spMkLst>
        </pc:spChg>
        <pc:spChg chg="add mod">
          <ac:chgData name="JHEYSON FABIAN VILLAVISAN BUITRAGO" userId="e5ced5c2-d787-455d-b115-4f08a699b8c8" providerId="ADAL" clId="{D29F3602-5A42-550B-85C2-F2C884FDDEDE}" dt="2026-02-13T20:29:01.224" v="148"/>
          <ac:spMkLst>
            <pc:docMk/>
            <pc:sldMk cId="656277053" sldId="292"/>
            <ac:spMk id="7" creationId="{B8E183E7-4683-14A9-5028-86E486B19308}"/>
          </ac:spMkLst>
        </pc:spChg>
        <pc:spChg chg="del">
          <ac:chgData name="JHEYSON FABIAN VILLAVISAN BUITRAGO" userId="e5ced5c2-d787-455d-b115-4f08a699b8c8" providerId="ADAL" clId="{D29F3602-5A42-550B-85C2-F2C884FDDEDE}" dt="2026-02-13T20:28:56.078" v="146" actId="478"/>
          <ac:spMkLst>
            <pc:docMk/>
            <pc:sldMk cId="656277053" sldId="292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29:01.224" v="148"/>
          <ac:picMkLst>
            <pc:docMk/>
            <pc:sldMk cId="656277053" sldId="292"/>
            <ac:picMk id="5" creationId="{AC6088D4-BB3C-8513-47AE-1F5A253CAD3C}"/>
          </ac:picMkLst>
        </pc:picChg>
        <pc:picChg chg="del">
          <ac:chgData name="JHEYSON FABIAN VILLAVISAN BUITRAGO" userId="e5ced5c2-d787-455d-b115-4f08a699b8c8" providerId="ADAL" clId="{D29F3602-5A42-550B-85C2-F2C884FDDEDE}" dt="2026-02-13T20:28:54.986" v="145" actId="478"/>
          <ac:picMkLst>
            <pc:docMk/>
            <pc:sldMk cId="656277053" sldId="292"/>
            <ac:picMk id="14" creationId="{EC83F540-C4A2-EE56-0418-B8CD7CA17275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6-02-13T20:27:47.180" v="132" actId="2711"/>
        <pc:sldMkLst>
          <pc:docMk/>
          <pc:sldMk cId="3229666486" sldId="293"/>
        </pc:sldMkLst>
        <pc:spChg chg="del">
          <ac:chgData name="JHEYSON FABIAN VILLAVISAN BUITRAGO" userId="e5ced5c2-d787-455d-b115-4f08a699b8c8" providerId="ADAL" clId="{D29F3602-5A42-550B-85C2-F2C884FDDEDE}" dt="2026-02-13T20:27:41.918" v="130" actId="478"/>
          <ac:spMkLst>
            <pc:docMk/>
            <pc:sldMk cId="3229666486" sldId="293"/>
            <ac:spMk id="2" creationId="{54F108E7-F26E-12A2-3183-CCB1BE1AEF0B}"/>
          </ac:spMkLst>
        </pc:spChg>
        <pc:spChg chg="del mod">
          <ac:chgData name="JHEYSON FABIAN VILLAVISAN BUITRAGO" userId="e5ced5c2-d787-455d-b115-4f08a699b8c8" providerId="ADAL" clId="{D29F3602-5A42-550B-85C2-F2C884FDDEDE}" dt="2026-02-13T20:27:41.918" v="130" actId="478"/>
          <ac:spMkLst>
            <pc:docMk/>
            <pc:sldMk cId="3229666486" sldId="293"/>
            <ac:spMk id="3" creationId="{04E1DC74-F48A-58A6-612B-92F163E632BD}"/>
          </ac:spMkLst>
        </pc:spChg>
        <pc:spChg chg="mod">
          <ac:chgData name="JHEYSON FABIAN VILLAVISAN BUITRAGO" userId="e5ced5c2-d787-455d-b115-4f08a699b8c8" providerId="ADAL" clId="{D29F3602-5A42-550B-85C2-F2C884FDDEDE}" dt="2026-02-13T20:27:47.180" v="132" actId="2711"/>
          <ac:spMkLst>
            <pc:docMk/>
            <pc:sldMk cId="3229666486" sldId="293"/>
            <ac:spMk id="4" creationId="{2C7E43D4-8286-4BEE-907B-3A35AE701C90}"/>
          </ac:spMkLst>
        </pc:spChg>
        <pc:spChg chg="add mod">
          <ac:chgData name="JHEYSON FABIAN VILLAVISAN BUITRAGO" userId="e5ced5c2-d787-455d-b115-4f08a699b8c8" providerId="ADAL" clId="{D29F3602-5A42-550B-85C2-F2C884FDDEDE}" dt="2026-02-13T20:27:42.954" v="131"/>
          <ac:spMkLst>
            <pc:docMk/>
            <pc:sldMk cId="3229666486" sldId="293"/>
            <ac:spMk id="6" creationId="{78B3FAD2-D569-B07B-97C0-88A63A9C0087}"/>
          </ac:spMkLst>
        </pc:spChg>
        <pc:spChg chg="add mod">
          <ac:chgData name="JHEYSON FABIAN VILLAVISAN BUITRAGO" userId="e5ced5c2-d787-455d-b115-4f08a699b8c8" providerId="ADAL" clId="{D29F3602-5A42-550B-85C2-F2C884FDDEDE}" dt="2026-02-13T20:27:42.954" v="131"/>
          <ac:spMkLst>
            <pc:docMk/>
            <pc:sldMk cId="3229666486" sldId="293"/>
            <ac:spMk id="7" creationId="{556FACF4-408B-B89F-5EEA-EEA58FEBB0CA}"/>
          </ac:spMkLst>
        </pc:spChg>
        <pc:spChg chg="del mod">
          <ac:chgData name="JHEYSON FABIAN VILLAVISAN BUITRAGO" userId="e5ced5c2-d787-455d-b115-4f08a699b8c8" providerId="ADAL" clId="{D29F3602-5A42-550B-85C2-F2C884FDDEDE}" dt="2026-02-13T20:27:41.918" v="130" actId="478"/>
          <ac:spMkLst>
            <pc:docMk/>
            <pc:sldMk cId="3229666486" sldId="293"/>
            <ac:spMk id="10" creationId="{AF4E183E-A171-4923-A99E-D149888CEC37}"/>
          </ac:spMkLst>
        </pc:spChg>
        <pc:picChg chg="add mod">
          <ac:chgData name="JHEYSON FABIAN VILLAVISAN BUITRAGO" userId="e5ced5c2-d787-455d-b115-4f08a699b8c8" providerId="ADAL" clId="{D29F3602-5A42-550B-85C2-F2C884FDDEDE}" dt="2026-02-13T20:27:42.954" v="131"/>
          <ac:picMkLst>
            <pc:docMk/>
            <pc:sldMk cId="3229666486" sldId="293"/>
            <ac:picMk id="5" creationId="{BA29E323-F35A-697D-799D-5A470ABB1441}"/>
          </ac:picMkLst>
        </pc:picChg>
        <pc:picChg chg="del mod">
          <ac:chgData name="JHEYSON FABIAN VILLAVISAN BUITRAGO" userId="e5ced5c2-d787-455d-b115-4f08a699b8c8" providerId="ADAL" clId="{D29F3602-5A42-550B-85C2-F2C884FDDEDE}" dt="2026-02-13T20:27:41.918" v="130" actId="478"/>
          <ac:picMkLst>
            <pc:docMk/>
            <pc:sldMk cId="3229666486" sldId="293"/>
            <ac:picMk id="14" creationId="{EC83F540-C4A2-EE56-0418-B8CD7CA17275}"/>
          </ac:picMkLst>
        </pc:picChg>
      </pc:sldChg>
    </pc:docChg>
  </pc:docChgLst>
  <pc:docChgLst>
    <pc:chgData name="JHEYSON FABIAN VILLAVISAN BUITRAGO" userId="e5ced5c2-d787-455d-b115-4f08a699b8c8" providerId="ADAL" clId="{346ECE53-D0EE-4664-97A2-EE5ED4BD15CE}"/>
    <pc:docChg chg="undo custSel modSld">
      <pc:chgData name="JHEYSON FABIAN VILLAVISAN BUITRAGO" userId="e5ced5c2-d787-455d-b115-4f08a699b8c8" providerId="ADAL" clId="{346ECE53-D0EE-4664-97A2-EE5ED4BD15CE}" dt="2026-02-06T00:22:51.542" v="519" actId="1076"/>
      <pc:docMkLst>
        <pc:docMk/>
      </pc:docMkLst>
      <pc:sldChg chg="addSp delSp modSp mod">
        <pc:chgData name="JHEYSON FABIAN VILLAVISAN BUITRAGO" userId="e5ced5c2-d787-455d-b115-4f08a699b8c8" providerId="ADAL" clId="{346ECE53-D0EE-4664-97A2-EE5ED4BD15CE}" dt="2026-02-03T15:12:45.977" v="495" actId="20577"/>
        <pc:sldMkLst>
          <pc:docMk/>
          <pc:sldMk cId="0" sldId="256"/>
        </pc:sldMkLst>
        <pc:spChg chg="mod">
          <ac:chgData name="JHEYSON FABIAN VILLAVISAN BUITRAGO" userId="e5ced5c2-d787-455d-b115-4f08a699b8c8" providerId="ADAL" clId="{346ECE53-D0EE-4664-97A2-EE5ED4BD15CE}" dt="2026-02-03T15:12:45.977" v="495" actId="20577"/>
          <ac:spMkLst>
            <pc:docMk/>
            <pc:sldMk cId="0" sldId="256"/>
            <ac:spMk id="10" creationId="{0D52910C-C7FF-51AD-9B9D-1A390D5FFE1B}"/>
          </ac:spMkLst>
        </pc:spChg>
        <pc:spChg chg="mod">
          <ac:chgData name="JHEYSON FABIAN VILLAVISAN BUITRAGO" userId="e5ced5c2-d787-455d-b115-4f08a699b8c8" providerId="ADAL" clId="{346ECE53-D0EE-4664-97A2-EE5ED4BD15CE}" dt="2026-02-03T14:41:53.351" v="22" actId="404"/>
          <ac:spMkLst>
            <pc:docMk/>
            <pc:sldMk cId="0" sldId="256"/>
            <ac:spMk id="5124" creationId="{75207037-66AB-408E-B44C-6489E27F4A1E}"/>
          </ac:spMkLst>
        </pc:spChg>
        <pc:picChg chg="add mod">
          <ac:chgData name="JHEYSON FABIAN VILLAVISAN BUITRAGO" userId="e5ced5c2-d787-455d-b115-4f08a699b8c8" providerId="ADAL" clId="{346ECE53-D0EE-4664-97A2-EE5ED4BD15CE}" dt="2026-02-03T14:47:01.771" v="76"/>
          <ac:picMkLst>
            <pc:docMk/>
            <pc:sldMk cId="0" sldId="256"/>
            <ac:picMk id="4" creationId="{D4479EB1-4DF9-B949-038D-F4DF4235BA8D}"/>
          </ac:picMkLst>
        </pc:picChg>
      </pc:sldChg>
      <pc:sldChg chg="addSp delSp modSp mod">
        <pc:chgData name="JHEYSON FABIAN VILLAVISAN BUITRAGO" userId="e5ced5c2-d787-455d-b115-4f08a699b8c8" providerId="ADAL" clId="{346ECE53-D0EE-4664-97A2-EE5ED4BD15CE}" dt="2026-02-06T00:22:51.542" v="519" actId="1076"/>
        <pc:sldMkLst>
          <pc:docMk/>
          <pc:sldMk cId="2505371292" sldId="270"/>
        </pc:sldMkLst>
        <pc:spChg chg="add mod">
          <ac:chgData name="JHEYSON FABIAN VILLAVISAN BUITRAGO" userId="e5ced5c2-d787-455d-b115-4f08a699b8c8" providerId="ADAL" clId="{346ECE53-D0EE-4664-97A2-EE5ED4BD15CE}" dt="2026-02-06T00:22:51.542" v="519" actId="1076"/>
          <ac:spMkLst>
            <pc:docMk/>
            <pc:sldMk cId="2505371292" sldId="270"/>
            <ac:spMk id="3" creationId="{E3939621-2089-EA67-8952-39A4E2C7964F}"/>
          </ac:spMkLst>
        </pc:spChg>
        <pc:spChg chg="mod">
          <ac:chgData name="JHEYSON FABIAN VILLAVISAN BUITRAGO" userId="e5ced5c2-d787-455d-b115-4f08a699b8c8" providerId="ADAL" clId="{346ECE53-D0EE-4664-97A2-EE5ED4BD15CE}" dt="2026-02-03T15:10:46.062" v="484" actId="1076"/>
          <ac:spMkLst>
            <pc:docMk/>
            <pc:sldMk cId="2505371292" sldId="270"/>
            <ac:spMk id="7" creationId="{EBDE2FDF-A2BB-4F17-99CB-0B213EF4BAA4}"/>
          </ac:spMkLst>
        </pc:spChg>
        <pc:graphicFrameChg chg="add del mod modGraphic">
          <ac:chgData name="JHEYSON FABIAN VILLAVISAN BUITRAGO" userId="e5ced5c2-d787-455d-b115-4f08a699b8c8" providerId="ADAL" clId="{346ECE53-D0EE-4664-97A2-EE5ED4BD15CE}" dt="2026-02-03T15:06:47.772" v="415" actId="2711"/>
          <ac:graphicFrameMkLst>
            <pc:docMk/>
            <pc:sldMk cId="2505371292" sldId="270"/>
            <ac:graphicFrameMk id="11" creationId="{B23884C5-0885-2D32-6D50-BAD662F1AFC1}"/>
          </ac:graphicFrameMkLst>
        </pc:graphicFrameChg>
        <pc:picChg chg="add mod">
          <ac:chgData name="JHEYSON FABIAN VILLAVISAN BUITRAGO" userId="e5ced5c2-d787-455d-b115-4f08a699b8c8" providerId="ADAL" clId="{346ECE53-D0EE-4664-97A2-EE5ED4BD15CE}" dt="2026-02-03T14:46:03.492" v="66"/>
          <ac:picMkLst>
            <pc:docMk/>
            <pc:sldMk cId="2505371292" sldId="270"/>
            <ac:picMk id="1028" creationId="{86BA1783-B2FE-6B6A-8793-A57527FC5C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47915143-6094-49C4-8478-307681A648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E61AFD88-643E-4E4D-8153-8A3839D76E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B1C097-8B49-4A36-A7FA-8C8F0C277D41}" type="datetimeFigureOut">
              <a:rPr lang="es-CO"/>
              <a:pPr>
                <a:defRPr/>
              </a:pPr>
              <a:t>13/02/26</a:t>
            </a:fld>
            <a:endParaRPr lang="es-CO"/>
          </a:p>
        </p:txBody>
      </p:sp>
      <p:sp>
        <p:nvSpPr>
          <p:cNvPr id="4" name="3 Marcador de pie de página">
            <a:extLst>
              <a:ext uri="{FF2B5EF4-FFF2-40B4-BE49-F238E27FC236}">
                <a16:creationId xmlns:a16="http://schemas.microsoft.com/office/drawing/2014/main" id="{3BE10141-B975-4F90-A194-E7FDEF6D96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número de diapositiva">
            <a:extLst>
              <a:ext uri="{FF2B5EF4-FFF2-40B4-BE49-F238E27FC236}">
                <a16:creationId xmlns:a16="http://schemas.microsoft.com/office/drawing/2014/main" id="{CB5420F6-B73B-496E-99A5-DA0DEB4910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7E2DAB9-AA88-43A6-983F-CB4A7A312EA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2C95AF31-5149-4332-A5F3-9D9CFCFA32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D4B5AF27-5D83-4D95-A156-928EF9B608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0040F3-314B-4AAA-954A-3936AF2F78D0}" type="datetimeFigureOut">
              <a:rPr lang="es-CO"/>
              <a:pPr>
                <a:defRPr/>
              </a:pPr>
              <a:t>13/02/26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090DF562-10D4-4334-812B-4254934B6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0DF2FAE4-4DE9-447F-A5F2-283E54F41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D994E73-BBA8-4FBD-B1A6-0A295B0740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4D0EE3C9-11EB-42C6-BDB8-87C72B3F8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D1E0FDF-8C6F-43B4-8722-700C06D0C414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Marcador de imagen de diapositiva">
            <a:extLst>
              <a:ext uri="{FF2B5EF4-FFF2-40B4-BE49-F238E27FC236}">
                <a16:creationId xmlns:a16="http://schemas.microsoft.com/office/drawing/2014/main" id="{78D3C7C4-FFB3-42B6-A4B0-ED4A84AF8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2 Marcador de notas">
            <a:extLst>
              <a:ext uri="{FF2B5EF4-FFF2-40B4-BE49-F238E27FC236}">
                <a16:creationId xmlns:a16="http://schemas.microsoft.com/office/drawing/2014/main" id="{E86488B3-6D5E-452F-A655-0C78399B0D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6148" name="3 Marcador de número de diapositiva">
            <a:extLst>
              <a:ext uri="{FF2B5EF4-FFF2-40B4-BE49-F238E27FC236}">
                <a16:creationId xmlns:a16="http://schemas.microsoft.com/office/drawing/2014/main" id="{7A241DB1-0FDE-44DC-B1DD-D836F2802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7ECF6-8A67-4CA6-BDA2-9506B8AC7939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1 Marcador de imagen de diapositiva">
            <a:extLst>
              <a:ext uri="{FF2B5EF4-FFF2-40B4-BE49-F238E27FC236}">
                <a16:creationId xmlns:a16="http://schemas.microsoft.com/office/drawing/2014/main" id="{260D1970-13BF-44DC-9886-6E67D35FDD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2 Marcador de notas">
            <a:extLst>
              <a:ext uri="{FF2B5EF4-FFF2-40B4-BE49-F238E27FC236}">
                <a16:creationId xmlns:a16="http://schemas.microsoft.com/office/drawing/2014/main" id="{6BFED306-39A9-4CC8-97F4-8E7ABA1E7C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 dirty="0"/>
          </a:p>
        </p:txBody>
      </p:sp>
      <p:sp>
        <p:nvSpPr>
          <p:cNvPr id="12292" name="3 Marcador de número de diapositiva">
            <a:extLst>
              <a:ext uri="{FF2B5EF4-FFF2-40B4-BE49-F238E27FC236}">
                <a16:creationId xmlns:a16="http://schemas.microsoft.com/office/drawing/2014/main" id="{90234881-975B-402B-A928-CF07A16ACB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A04CF6-E9A9-4CB5-A38D-CF2C64EF1161}" type="slidenum">
              <a:rPr lang="es-CO" altLang="es-CO" smtClean="0"/>
              <a:pPr>
                <a:spcBef>
                  <a:spcPct val="0"/>
                </a:spcBef>
              </a:pPr>
              <a:t>2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851068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1E0FDF-8C6F-43B4-8722-700C06D0C414}" type="slidenum">
              <a:rPr lang="es-CO" altLang="es-CO" smtClean="0"/>
              <a:pPr>
                <a:defRPr/>
              </a:pPr>
              <a:t>4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112542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20F6C-4CB6-1231-6926-9D1C0EFBB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71532A-F766-06A1-B904-5E7DD21F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762F4B-DC61-F7F5-8966-D2718230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3D9FE6-9A5C-9367-1C28-183D385B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DBBB9F-3052-B3AE-E085-BB27B503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32E1E3-6AB7-4D92-A33A-F043E6C5B71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7 Rectángulo">
            <a:extLst>
              <a:ext uri="{FF2B5EF4-FFF2-40B4-BE49-F238E27FC236}">
                <a16:creationId xmlns:a16="http://schemas.microsoft.com/office/drawing/2014/main" id="{4EDA08D5-F667-8787-0063-21E612015DD7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592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D68A1-6D68-CD6D-C3FD-91DA62A2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98EC3-5D4E-468C-F30B-CE656079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9830B3-74C5-1ACB-B556-F55E98F5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27DCF0-C431-0852-42CE-95C44852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6AD75-DF05-40EA-B4F3-3CF83558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19D7D-12FE-4B7D-95D8-6A0F2828D8E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7549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31533-0C84-ADE9-99EA-26241D9B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E6E27-3202-D0B8-F283-8CFBD093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8D6381-9943-A208-5F45-856FCB42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9BCE5B-A275-1968-3267-A868EB60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90775-642D-4759-324A-AE1E3185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14026-6FB7-464F-BD55-9983151CEDB0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85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947BA-2671-5DCE-289C-85840739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6C8C46-4DD7-DB89-3971-B7D6B1F47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BB1AC8-CC6D-7CD8-18BA-F0920AEC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8D8F2-068C-1F31-5CF2-766814AC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2360FD-9E47-D090-4AB3-714887C3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D37D2D-9508-DFEF-774C-C8A5B6A2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813DE1-EA20-4BEF-AB12-D2D69A6090C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01927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7BAD9-4D34-20A2-A9AE-82964CF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59AA51-6010-C8FF-084C-C110BCCDA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6FAE22-1B9C-8F57-87A7-2E14CE30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7830DD-6A40-8E27-70CB-D8FE41AD3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77C88D-8DD0-FC51-A16D-49E686FFA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FB2C8A-08F4-1A41-5036-C328209F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5A1F5B-743C-D501-930D-F90EBA8A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3F5F7C-9BF7-A3DE-8669-2EC9E00E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5020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EE9A1-E144-373F-F5D9-12C31B7C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8BE38C-0964-C281-4826-2C3C11C4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3AB1AB-1E52-7FD3-3BB7-A73F570B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167E51-3FDD-695C-0CE2-96F608F7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3950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9E5E9C-8C29-201A-9031-69BC92AF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115059-38DA-DC3D-A1B7-0C4BF868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C62E63-C8FB-04D9-3735-C7919A9D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8C22F4-EE15-4184-8A4F-C4124F2BE44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214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3FE12-3262-8961-6F36-E338D8C8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AB934-4DB1-C46B-4EB1-4D1AAC7D0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C1947E-F2E3-1002-A600-DED1B9DA8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A0B25A-FC1B-767C-8C69-FE2AD6FE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85C023-3180-C2A8-6BD0-63D18C45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F4F0A9-714D-5058-F92E-179ECE0A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B0E3D-5246-46A6-A0B3-053B7FB2AE0D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3901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D8E29-2B5D-9CF4-A199-E673E0D5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75A990-0E1F-4E60-D107-9756D6BFD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6BD761-3CC8-1CF5-9984-F066094FC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1540D8-AA84-05D7-E9B4-4E08651A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086AA3-AF31-8C9A-7F2F-B87848C6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105B9-8899-D51A-88C0-376DC782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95374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04477-2834-99EC-CFA8-180937D0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AFD096-F1C5-E969-C636-867E3E66E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912F77-4B86-C6CC-4ED2-812449AE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E79BD8-72C6-81E3-EF48-F29328E6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1B4782-D0C0-509F-4BDC-03E4A791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71206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545E7B-9A8C-6F62-F333-E612FC1E4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5C78DD-62C0-ADA7-4AC6-5F7C5B358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5F10F1-E647-76F8-2174-E45862B2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416465-EAB8-8324-072F-8B25CA80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151C83-117D-752A-7DDA-A1F8A8B9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64717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7 Rectángulo">
            <a:extLst>
              <a:ext uri="{FF2B5EF4-FFF2-40B4-BE49-F238E27FC236}">
                <a16:creationId xmlns:a16="http://schemas.microsoft.com/office/drawing/2014/main" id="{EC631D57-6843-47FB-8C0A-4FA9AA9BC663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000496" y="71414"/>
            <a:ext cx="5072066" cy="571504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57224" y="857232"/>
            <a:ext cx="7715304" cy="500066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047221BE-117B-43C8-9D2A-CE256401B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438" y="206375"/>
            <a:ext cx="785812" cy="365125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32E1E3-6AB7-4D92-A33A-F043E6C5B71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82761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61EBF708-C41B-44B1-97EC-CF1BBBC20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9D7D-12FE-4B7D-95D8-6A0F2828D8E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70149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264318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7224" y="107154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EE100265-4A3B-4F40-A5F0-770BFD064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14026-6FB7-464F-BD55-9983151CEDB0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351668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857224" y="2214554"/>
            <a:ext cx="3571900" cy="40258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14554"/>
            <a:ext cx="4038600" cy="40005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DFF2B988-F19E-4F04-BD27-A48F39A01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13DE1-EA20-4BEF-AB12-D2D69A6090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4911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FF35CE3E-FD30-4207-9576-68F58A4C8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21CA9-07FE-4363-8077-5E54FDAF3616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12601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D69FD3F0-0EF5-4AC6-A81B-0CFD0FF77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DF024-4D44-479D-901F-E26036C4C7D1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442379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 descr="&lt;No.&gt;">
            <a:extLst>
              <a:ext uri="{FF2B5EF4-FFF2-40B4-BE49-F238E27FC236}">
                <a16:creationId xmlns:a16="http://schemas.microsoft.com/office/drawing/2014/main" id="{0FCC1E91-35AF-4149-AC6B-42626F30B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C22F4-EE15-4184-8A4F-C4124F2BE44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9470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85723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032250" y="85723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57224" y="200024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B1F7549D-979F-45AB-AD58-5BF7CB6DB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B0E3D-5246-46A6-A0B3-053B7FB2AE0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62428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5072074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928670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3328A9B1-3ED4-438D-8E87-64D0CD384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056AB-9AE7-49AD-9364-B4271C824D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0089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1179B3-E3F7-8DF3-ABF5-4D23297F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E192CF-B8E8-68F7-E0A0-A63F6554F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113D34-63A4-3585-73E1-7A6563CC9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7635E-2D71-42E7-9E6C-FBB85A15A85F}" type="datetimeFigureOut">
              <a:rPr lang="es-CO" smtClean="0"/>
              <a:t>13/02/26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9372D-5D91-7624-4D7B-06BE31EEB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91E14-EF87-176A-B3C5-BCD96C5D3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6 Rectángulo">
            <a:extLst>
              <a:ext uri="{FF2B5EF4-FFF2-40B4-BE49-F238E27FC236}">
                <a16:creationId xmlns:a16="http://schemas.microsoft.com/office/drawing/2014/main" id="{7B0CA632-E545-9F27-F48F-19EBC6FED7F0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5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77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2 Subtítulo">
            <a:extLst>
              <a:ext uri="{FF2B5EF4-FFF2-40B4-BE49-F238E27FC236}">
                <a16:creationId xmlns:a16="http://schemas.microsoft.com/office/drawing/2014/main" id="{75207037-66AB-408E-B44C-6489E27F4A1E}"/>
              </a:ext>
            </a:extLst>
          </p:cNvPr>
          <p:cNvSpPr txBox="1">
            <a:spLocks/>
          </p:cNvSpPr>
          <p:nvPr/>
        </p:nvSpPr>
        <p:spPr bwMode="auto">
          <a:xfrm>
            <a:off x="1115616" y="3996721"/>
            <a:ext cx="64008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s-CO" altLang="es-CO" sz="2800" dirty="0">
                <a:latin typeface="Sans Serif "/>
              </a:rPr>
              <a:t>Jheyson F. </a:t>
            </a:r>
            <a:r>
              <a:rPr lang="es-CO" altLang="es-CO" sz="2800" dirty="0" err="1">
                <a:latin typeface="Sans Serif "/>
              </a:rPr>
              <a:t>Villavisan</a:t>
            </a:r>
            <a:r>
              <a:rPr lang="es-CO" altLang="es-CO" sz="2800" dirty="0">
                <a:latin typeface="Sans Serif "/>
              </a:rPr>
              <a:t> B</a:t>
            </a:r>
            <a:endParaRPr lang="es-CO" altLang="es-CO" sz="1800" dirty="0">
              <a:latin typeface="Sans Serif "/>
            </a:endParaRPr>
          </a:p>
        </p:txBody>
      </p:sp>
      <p:sp>
        <p:nvSpPr>
          <p:cNvPr id="10" name="2 Subtítulo">
            <a:extLst>
              <a:ext uri="{FF2B5EF4-FFF2-40B4-BE49-F238E27FC236}">
                <a16:creationId xmlns:a16="http://schemas.microsoft.com/office/drawing/2014/main" id="{0D52910C-C7FF-51AD-9B9D-1A390D5FFE1B}"/>
              </a:ext>
            </a:extLst>
          </p:cNvPr>
          <p:cNvSpPr txBox="1">
            <a:spLocks/>
          </p:cNvSpPr>
          <p:nvPr/>
        </p:nvSpPr>
        <p:spPr bwMode="auto">
          <a:xfrm>
            <a:off x="1115616" y="2060848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s-ES" sz="4800" b="1" dirty="0">
                <a:latin typeface="Sans Serif "/>
              </a:rPr>
              <a:t>6052 PROYECTO DE INVESTIGACION IV</a:t>
            </a:r>
            <a:endParaRPr lang="es-CO" sz="4800" b="1" dirty="0">
              <a:latin typeface="Sans Serif "/>
            </a:endParaRP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D4479EB1-4DF9-B949-038D-F4DF4235B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9">
            <a:extLst>
              <a:ext uri="{FF2B5EF4-FFF2-40B4-BE49-F238E27FC236}">
                <a16:creationId xmlns:a16="http://schemas.microsoft.com/office/drawing/2014/main" id="{EBDE2FDF-A2BB-4F17-99CB-0B213EF4B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5456" y="6084535"/>
            <a:ext cx="26530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sz="1800" dirty="0">
                <a:latin typeface="Sans Serif"/>
              </a:rPr>
              <a:t> Viernes:       18:30– 21:50</a:t>
            </a:r>
          </a:p>
        </p:txBody>
      </p:sp>
      <p:pic>
        <p:nvPicPr>
          <p:cNvPr id="1028" name="Picture 4" descr="Programas - Intranet ETITC">
            <a:extLst>
              <a:ext uri="{FF2B5EF4-FFF2-40B4-BE49-F238E27FC236}">
                <a16:creationId xmlns:a16="http://schemas.microsoft.com/office/drawing/2014/main" id="{86BA1783-B2FE-6B6A-8793-A57527FC5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B23884C5-0885-2D32-6D50-BAD662F1A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671111"/>
              </p:ext>
            </p:extLst>
          </p:nvPr>
        </p:nvGraphicFramePr>
        <p:xfrm>
          <a:off x="6692223" y="5794464"/>
          <a:ext cx="1926292" cy="10297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292">
                  <a:extLst>
                    <a:ext uri="{9D8B030D-6E8A-4147-A177-3AD203B41FA5}">
                      <a16:colId xmlns:a16="http://schemas.microsoft.com/office/drawing/2014/main" val="1989480522"/>
                    </a:ext>
                  </a:extLst>
                </a:gridCol>
              </a:tblGrid>
              <a:tr h="257428">
                <a:tc>
                  <a:txBody>
                    <a:bodyPr/>
                    <a:lstStyle/>
                    <a:p>
                      <a:r>
                        <a:rPr lang="es-CO" sz="900" dirty="0">
                          <a:highlight>
                            <a:srgbClr val="00FF00"/>
                          </a:highlight>
                        </a:rPr>
                        <a:t>Evaluación Parcial/Final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139554"/>
                  </a:ext>
                </a:extLst>
              </a:tr>
              <a:tr h="257428">
                <a:tc>
                  <a:txBody>
                    <a:bodyPr/>
                    <a:lstStyle/>
                    <a:p>
                      <a:r>
                        <a:rPr lang="es-CO" sz="900" dirty="0">
                          <a:highlight>
                            <a:srgbClr val="FF00FF"/>
                          </a:highlight>
                        </a:rPr>
                        <a:t>Revisión de Notas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459264"/>
                  </a:ext>
                </a:extLst>
              </a:tr>
              <a:tr h="257428">
                <a:tc>
                  <a:txBody>
                    <a:bodyPr/>
                    <a:lstStyle/>
                    <a:p>
                      <a:r>
                        <a:rPr lang="es-CO" sz="900" dirty="0">
                          <a:highlight>
                            <a:srgbClr val="FF0000"/>
                          </a:highlight>
                          <a:latin typeface="Sans Serif "/>
                        </a:rPr>
                        <a:t>Registro de Nota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073428"/>
                  </a:ext>
                </a:extLst>
              </a:tr>
              <a:tr h="257428">
                <a:tc>
                  <a:txBody>
                    <a:bodyPr/>
                    <a:lstStyle/>
                    <a:p>
                      <a:r>
                        <a:rPr lang="es-CO" sz="900" dirty="0">
                          <a:highlight>
                            <a:srgbClr val="FFFF00"/>
                          </a:highlight>
                        </a:rPr>
                        <a:t>Festivo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879406"/>
                  </a:ext>
                </a:extLst>
              </a:tr>
            </a:tbl>
          </a:graphicData>
        </a:graphic>
      </p:graphicFrame>
      <p:sp>
        <p:nvSpPr>
          <p:cNvPr id="3" name="2 Subtítulo">
            <a:extLst>
              <a:ext uri="{FF2B5EF4-FFF2-40B4-BE49-F238E27FC236}">
                <a16:creationId xmlns:a16="http://schemas.microsoft.com/office/drawing/2014/main" id="{E3939621-2089-EA67-8952-39A4E2C7964F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03AAF72-0FD8-965F-A378-E6A0413C5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14942"/>
              </p:ext>
            </p:extLst>
          </p:nvPr>
        </p:nvGraphicFramePr>
        <p:xfrm>
          <a:off x="863586" y="421816"/>
          <a:ext cx="7416824" cy="5317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077">
                  <a:extLst>
                    <a:ext uri="{9D8B030D-6E8A-4147-A177-3AD203B41FA5}">
                      <a16:colId xmlns:a16="http://schemas.microsoft.com/office/drawing/2014/main" val="571927606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710960597"/>
                    </a:ext>
                  </a:extLst>
                </a:gridCol>
                <a:gridCol w="3708411">
                  <a:extLst>
                    <a:ext uri="{9D8B030D-6E8A-4147-A177-3AD203B41FA5}">
                      <a16:colId xmlns:a16="http://schemas.microsoft.com/office/drawing/2014/main" val="76565624"/>
                    </a:ext>
                  </a:extLst>
                </a:gridCol>
              </a:tblGrid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100" b="1" dirty="0">
                          <a:solidFill>
                            <a:schemeClr val="tx1"/>
                          </a:solidFill>
                          <a:latin typeface="Sans Serif"/>
                        </a:rPr>
                        <a:t>Semana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b="1" dirty="0">
                          <a:solidFill>
                            <a:schemeClr val="tx1"/>
                          </a:solidFill>
                          <a:latin typeface="Sans Serif"/>
                        </a:rPr>
                        <a:t>Fechas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b="1" dirty="0">
                          <a:solidFill>
                            <a:schemeClr val="tx1"/>
                          </a:solidFill>
                          <a:latin typeface="Sans Serif"/>
                        </a:rPr>
                        <a:t>Sesión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602277"/>
                  </a:ext>
                </a:extLst>
              </a:tr>
              <a:tr h="355400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6 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del 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633600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Sans Serif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Sans Serif"/>
                        </a:rPr>
                        <a:t>13 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Sans Serif"/>
                        </a:rPr>
                        <a:t>Reglamento de trabajos de grado y modalidades.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441063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20 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anteproyectos.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813301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27 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anteproyectos.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148968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6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anteproyectos.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866089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Sans Serif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13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Entrega Avances Resultados Proyecto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290604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Sans Serif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 20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Asesoría Investigación – Redacción Informe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690420"/>
                  </a:ext>
                </a:extLst>
              </a:tr>
              <a:tr h="222125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Sans Serif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27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Asesoría Investigación – Redacción Informe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450833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3 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1" u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Semana Santa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391392"/>
                  </a:ext>
                </a:extLst>
              </a:tr>
              <a:tr h="275512"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10</a:t>
                      </a:r>
                      <a:endParaRPr lang="es-CO" sz="1050" b="1" dirty="0">
                        <a:solidFill>
                          <a:schemeClr val="tx1"/>
                        </a:solidFill>
                        <a:latin typeface="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10 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Pre-Sustentación (resultados)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965982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17 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Pre-Sustentación (resultados)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833152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Sans Serif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24 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Pre-Sustentación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397848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1 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Sans Serif"/>
                        </a:rPr>
                        <a:t>Día del Trabajo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511249"/>
                  </a:ext>
                </a:extLst>
              </a:tr>
              <a:tr h="222125"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Sans Serif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8 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 err="1">
                          <a:solidFill>
                            <a:schemeClr val="tx1"/>
                          </a:solidFill>
                          <a:latin typeface="Sans Serif"/>
                        </a:rPr>
                        <a:t>Pre-sustentación</a:t>
                      </a:r>
                      <a:endParaRPr lang="es-CO" sz="900" b="1" u="none" dirty="0">
                        <a:solidFill>
                          <a:schemeClr val="tx1"/>
                        </a:solidFill>
                        <a:latin typeface="Sans Serif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658262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Sans Serif"/>
                        </a:rPr>
                        <a:t>15</a:t>
                      </a:r>
                      <a:endParaRPr lang="es-CO" sz="1050" b="1" dirty="0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15 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trabajos de Grado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546271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16</a:t>
                      </a:r>
                      <a:endParaRPr lang="es-CO" sz="1050" b="1" dirty="0">
                        <a:solidFill>
                          <a:schemeClr val="tx1"/>
                        </a:solidFill>
                        <a:latin typeface="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22 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trabajos de Grado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030376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Sans Serif"/>
                        </a:rPr>
                        <a:t>17</a:t>
                      </a:r>
                      <a:endParaRPr lang="es-CO" sz="1050" b="1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Sans 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29 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Presentación de trabajos de Grado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288061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Sans Serif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5 junio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Revisión de Notas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768826"/>
                  </a:ext>
                </a:extLst>
              </a:tr>
              <a:tr h="261508"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Sans Serif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50" b="1" dirty="0">
                          <a:solidFill>
                            <a:schemeClr val="tx1"/>
                          </a:solidFill>
                          <a:latin typeface="Sans Serif"/>
                        </a:rPr>
                        <a:t>12 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b="1" u="none" dirty="0">
                          <a:solidFill>
                            <a:schemeClr val="tx1"/>
                          </a:solidFill>
                          <a:latin typeface="Sans Serif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340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37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B6180-BCA0-4F51-9F68-9E5BAB8A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565" y="1126313"/>
            <a:ext cx="3008313" cy="1162050"/>
          </a:xfrm>
        </p:spPr>
        <p:txBody>
          <a:bodyPr/>
          <a:lstStyle/>
          <a:p>
            <a:r>
              <a:rPr lang="es-CO" dirty="0">
                <a:latin typeface=""/>
              </a:rPr>
              <a:t>OBJETIVO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827" y="2832063"/>
            <a:ext cx="7360581" cy="1893081"/>
          </a:xfrm>
        </p:spPr>
        <p:txBody>
          <a:bodyPr>
            <a:normAutofit/>
          </a:bodyPr>
          <a:lstStyle/>
          <a:p>
            <a:pPr algn="just"/>
            <a:r>
              <a:rPr lang="es-CO" sz="2400" dirty="0">
                <a:latin typeface=""/>
              </a:rPr>
              <a:t>Identificar las disposiciones generales, modalidades y desarrollo de trabajos de grado según Acuerdo 02 de 22 de abril </a:t>
            </a:r>
            <a:r>
              <a:rPr lang="es-CO" sz="2400" b="1" dirty="0">
                <a:latin typeface=""/>
              </a:rPr>
              <a:t>Consejo Académico de la Escuela Tecnológica Instituto Técnico Central - ETITC</a:t>
            </a:r>
          </a:p>
        </p:txBody>
      </p:sp>
      <p:pic>
        <p:nvPicPr>
          <p:cNvPr id="6" name="Gráfico 5" descr="Diana con relleno sólido">
            <a:extLst>
              <a:ext uri="{FF2B5EF4-FFF2-40B4-BE49-F238E27FC236}">
                <a16:creationId xmlns:a16="http://schemas.microsoft.com/office/drawing/2014/main" id="{46E1A899-6475-4C36-890B-85392BBFA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1800" y="1557412"/>
            <a:ext cx="914400" cy="914400"/>
          </a:xfrm>
          <a:prstGeom prst="rect">
            <a:avLst/>
          </a:prstGeom>
        </p:spPr>
      </p:pic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C35B1C1A-D49F-F4E7-A188-48393E5C7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2 Subtítulo">
            <a:extLst>
              <a:ext uri="{FF2B5EF4-FFF2-40B4-BE49-F238E27FC236}">
                <a16:creationId xmlns:a16="http://schemas.microsoft.com/office/drawing/2014/main" id="{67ACB752-76D4-F0B7-074E-61B743C6664B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</p:spTree>
    <p:extLst>
      <p:ext uri="{BB962C8B-B14F-4D97-AF65-F5344CB8AC3E}">
        <p14:creationId xmlns:p14="http://schemas.microsoft.com/office/powerpoint/2010/main" val="3709177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2636912"/>
            <a:ext cx="7360581" cy="4691063"/>
          </a:xfrm>
        </p:spPr>
        <p:txBody>
          <a:bodyPr>
            <a:normAutofit/>
          </a:bodyPr>
          <a:lstStyle/>
          <a:p>
            <a:pPr algn="just"/>
            <a:r>
              <a:rPr lang="es-CO" sz="2400" b="1" dirty="0">
                <a:latin typeface=""/>
              </a:rPr>
              <a:t>Trabajo individual: </a:t>
            </a:r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Leer completamente Acuerdo 02 de 22 de abril (disponible en línea).</a:t>
            </a:r>
          </a:p>
        </p:txBody>
      </p:sp>
      <p:pic>
        <p:nvPicPr>
          <p:cNvPr id="2" name="Picture 4" descr="Programas - Intranet ETITC">
            <a:extLst>
              <a:ext uri="{FF2B5EF4-FFF2-40B4-BE49-F238E27FC236}">
                <a16:creationId xmlns:a16="http://schemas.microsoft.com/office/drawing/2014/main" id="{37068B94-607D-C013-6B81-80D462DAE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Subtítulo">
            <a:extLst>
              <a:ext uri="{FF2B5EF4-FFF2-40B4-BE49-F238E27FC236}">
                <a16:creationId xmlns:a16="http://schemas.microsoft.com/office/drawing/2014/main" id="{CAD8036B-3AD1-C2F8-F4D2-33099A5B27D1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</p:spTree>
    <p:extLst>
      <p:ext uri="{BB962C8B-B14F-4D97-AF65-F5344CB8AC3E}">
        <p14:creationId xmlns:p14="http://schemas.microsoft.com/office/powerpoint/2010/main" val="72395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484785"/>
            <a:ext cx="7360581" cy="3024336"/>
          </a:xfrm>
        </p:spPr>
        <p:txBody>
          <a:bodyPr>
            <a:normAutofit lnSpcReduction="10000"/>
          </a:bodyPr>
          <a:lstStyle/>
          <a:p>
            <a:pPr algn="ctr"/>
            <a:r>
              <a:rPr lang="es-CO" sz="2400" b="1" dirty="0">
                <a:latin typeface=""/>
              </a:rPr>
              <a:t>Definición</a:t>
            </a:r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El trabajo de grado es una </a:t>
            </a:r>
            <a:r>
              <a:rPr lang="es-CO" sz="2400" b="1" dirty="0">
                <a:latin typeface=""/>
              </a:rPr>
              <a:t>actividad</a:t>
            </a:r>
            <a:r>
              <a:rPr lang="es-CO" sz="2400" dirty="0">
                <a:latin typeface=""/>
              </a:rPr>
              <a:t> académica que </a:t>
            </a:r>
            <a:r>
              <a:rPr lang="es-CO" sz="2400" b="1" dirty="0">
                <a:latin typeface=""/>
              </a:rPr>
              <a:t>permite</a:t>
            </a:r>
            <a:r>
              <a:rPr lang="es-CO" sz="2400" dirty="0">
                <a:latin typeface=""/>
              </a:rPr>
              <a:t> al estudiante que aspira a </a:t>
            </a:r>
            <a:r>
              <a:rPr lang="es-CO" sz="2400" b="1" dirty="0">
                <a:latin typeface=""/>
              </a:rPr>
              <a:t>graduarse</a:t>
            </a:r>
            <a:r>
              <a:rPr lang="es-CO" sz="2400" dirty="0">
                <a:latin typeface=""/>
              </a:rPr>
              <a:t> en el nivel o ciclo profesional universitario, consolidar sus competencias profesionales </a:t>
            </a:r>
            <a:r>
              <a:rPr lang="es-CO" sz="2400" b="1" dirty="0">
                <a:latin typeface=""/>
              </a:rPr>
              <a:t>en torno </a:t>
            </a:r>
            <a:r>
              <a:rPr lang="es-CO" sz="2400" dirty="0">
                <a:latin typeface=""/>
              </a:rPr>
              <a:t>a la investigación, análisis, innovación, desarrollo tecnológico y proyección social, al diagnosticar y </a:t>
            </a:r>
            <a:r>
              <a:rPr lang="es-CO" sz="2400" b="1" dirty="0">
                <a:latin typeface=""/>
              </a:rPr>
              <a:t>solucionar</a:t>
            </a:r>
            <a:r>
              <a:rPr lang="es-CO" sz="2400" dirty="0">
                <a:latin typeface=""/>
              </a:rPr>
              <a:t> </a:t>
            </a:r>
            <a:r>
              <a:rPr lang="es-CO" sz="2400" b="1" dirty="0">
                <a:latin typeface=""/>
              </a:rPr>
              <a:t>problemáticas</a:t>
            </a:r>
            <a:r>
              <a:rPr lang="es-CO" sz="2400" dirty="0">
                <a:latin typeface=""/>
              </a:rPr>
              <a:t> especiales desde su campo.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3EA204-2513-6644-FD20-7A363D8F33C3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  <p:pic>
        <p:nvPicPr>
          <p:cNvPr id="2" name="Picture 4" descr="Programas - Intranet ETITC">
            <a:extLst>
              <a:ext uri="{FF2B5EF4-FFF2-40B4-BE49-F238E27FC236}">
                <a16:creationId xmlns:a16="http://schemas.microsoft.com/office/drawing/2014/main" id="{D9B3FDE6-130D-DA34-6BEC-68D8A12A0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Subtítulo">
            <a:extLst>
              <a:ext uri="{FF2B5EF4-FFF2-40B4-BE49-F238E27FC236}">
                <a16:creationId xmlns:a16="http://schemas.microsoft.com/office/drawing/2014/main" id="{4896FF5A-162D-7052-930F-F3AAC5F62108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</p:spTree>
    <p:extLst>
      <p:ext uri="{BB962C8B-B14F-4D97-AF65-F5344CB8AC3E}">
        <p14:creationId xmlns:p14="http://schemas.microsoft.com/office/powerpoint/2010/main" val="4078205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9"/>
            <a:ext cx="7360581" cy="2232248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</a:rPr>
              <a:t>Plazo de Ejecución</a:t>
            </a:r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El estudiante dispone de (1) semestre para la culminación del trabajo de grado contando inmediatamente después de haber aprobado la totalidad de créditos académicos del respectivo plan de estudio.</a:t>
            </a: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BE064FFC-F859-49E2-ABF0-0205DC288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3479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07A4E0A9-6CDD-11ED-023B-FF310C680344}"/>
              </a:ext>
            </a:extLst>
          </p:cNvPr>
          <p:cNvSpPr txBox="1">
            <a:spLocks/>
          </p:cNvSpPr>
          <p:nvPr/>
        </p:nvSpPr>
        <p:spPr bwMode="auto">
          <a:xfrm>
            <a:off x="2627784" y="51531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A6D4856-DFF4-0A47-BB09-9EAB068C9412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45119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827" y="1700809"/>
            <a:ext cx="7360581" cy="3600400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</a:rPr>
              <a:t>Modalidades de trabajo de grado</a:t>
            </a:r>
            <a:endParaRPr lang="es-CO" sz="2400" dirty="0">
              <a:latin typeface=""/>
            </a:endParaRPr>
          </a:p>
          <a:p>
            <a:pPr algn="just"/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Modalidad de proyecto de Ingeniería</a:t>
            </a:r>
          </a:p>
          <a:p>
            <a:pPr algn="just"/>
            <a:r>
              <a:rPr lang="es-CO" sz="2400" dirty="0">
                <a:latin typeface=""/>
              </a:rPr>
              <a:t>Es un trabajo que busca la aplicación de conocimientos en la solución de un problema o necesidad relacionada con el campo  profesional y detectada claramente en una empresa o comunidad determinada, o el desarrollo o aplicación de una innovación tecnológica con todos sus componentes.</a:t>
            </a: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E7204736-489E-F24C-AA24-AB9E97A79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356F4AFC-670F-CABA-D0DF-EF12D7B693BB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C1AF9E5-43C3-ECFD-CFC4-C345F427A21A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73272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</a:rPr>
              <a:t>Modalidades de trabajo de grado</a:t>
            </a:r>
            <a:endParaRPr lang="es-CO" sz="2400" dirty="0">
              <a:latin typeface=""/>
            </a:endParaRPr>
          </a:p>
          <a:p>
            <a:pPr algn="just"/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Modalidad de proyecto de Ingeniería</a:t>
            </a:r>
          </a:p>
          <a:p>
            <a:pPr algn="just"/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Certificación Nacional o Internacional</a:t>
            </a:r>
          </a:p>
          <a:p>
            <a:pPr algn="just"/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Estudios </a:t>
            </a:r>
            <a:r>
              <a:rPr lang="es-CO" sz="2400" dirty="0" err="1">
                <a:latin typeface=""/>
              </a:rPr>
              <a:t>Coterminales</a:t>
            </a:r>
            <a:r>
              <a:rPr lang="es-CO" sz="2400" dirty="0">
                <a:latin typeface=""/>
              </a:rPr>
              <a:t> o de Postgrado</a:t>
            </a:r>
          </a:p>
          <a:p>
            <a:pPr algn="just"/>
            <a:endParaRPr lang="es-CO" sz="2400" dirty="0">
              <a:latin typeface=""/>
            </a:endParaRP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90410879-A646-AD19-DE66-887372295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EC28E547-C905-6F63-15B9-896EC88A89FF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560B4F-7829-70DC-881F-F7D14CA564BF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09106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08346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</a:rPr>
              <a:t>Modalidades de trabajo de grado</a:t>
            </a:r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La modalidad proyecto de ingeniería, se puede enfocar en alguno de los siguientes tipos de proyectos:</a:t>
            </a:r>
          </a:p>
          <a:p>
            <a:pPr algn="just"/>
            <a:r>
              <a:rPr lang="es-CO" sz="2400" b="1" dirty="0">
                <a:latin typeface=""/>
              </a:rPr>
              <a:t>Proyecto de Desarrollo Tecnológico</a:t>
            </a:r>
          </a:p>
          <a:p>
            <a:pPr algn="just"/>
            <a:r>
              <a:rPr lang="es-CO" sz="2400" b="1" dirty="0">
                <a:latin typeface=""/>
              </a:rPr>
              <a:t>Certificación de la aceptación de un artículo científico</a:t>
            </a:r>
          </a:p>
          <a:p>
            <a:pPr algn="just"/>
            <a:r>
              <a:rPr lang="es-CO" sz="2400" b="1" dirty="0">
                <a:latin typeface=""/>
              </a:rPr>
              <a:t>Producto de desarrollo tecnológico e innovación</a:t>
            </a:r>
          </a:p>
          <a:p>
            <a:pPr algn="just"/>
            <a:r>
              <a:rPr lang="es-CO" sz="2400" b="1" dirty="0">
                <a:latin typeface=""/>
              </a:rPr>
              <a:t>Participación en un proyecto según el reglamento estudiantil de investigación</a:t>
            </a:r>
          </a:p>
          <a:p>
            <a:pPr algn="just"/>
            <a:r>
              <a:rPr lang="es-CO" sz="2400" b="1" dirty="0">
                <a:latin typeface=""/>
              </a:rPr>
              <a:t>Proyecto de plan de creación de empresa de base tecnológica</a:t>
            </a: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DB501F7C-E58E-0BCE-57F9-8BA540A5E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25CB5AB6-CFF4-E5E1-FB63-E62933418A63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5DB4CB-E4D3-3AB0-2016-E1CE840307BB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46116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</a:rPr>
              <a:t>Modalidades de trabajo de grado</a:t>
            </a:r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Certificación Nacional o Internacional</a:t>
            </a:r>
          </a:p>
          <a:p>
            <a:pPr algn="just"/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Consiste en la presentación de una certificación nacional o internacional obtenida a partir del último semestre del plan de estudios, correspondiente, y reconocida en el área de competencias del programa.</a:t>
            </a: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E2DE5BF5-7A16-2F48-1CDE-D34168B5A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B9F3DBCF-C052-A8BA-516B-7328EC8E297E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7F0783-7BF8-27D5-0CAA-6D808E13F74C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708962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</a:rPr>
              <a:t>Modalidades de trabajo de grado</a:t>
            </a:r>
            <a:endParaRPr lang="es-CO" sz="2400" dirty="0">
              <a:latin typeface=""/>
            </a:endParaRPr>
          </a:p>
          <a:p>
            <a:pPr algn="just"/>
            <a:endParaRPr lang="es-CO" sz="2400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Estudios </a:t>
            </a:r>
            <a:r>
              <a:rPr lang="es-CO" sz="2400" dirty="0" err="1">
                <a:latin typeface=""/>
              </a:rPr>
              <a:t>Coterminales</a:t>
            </a:r>
            <a:r>
              <a:rPr lang="es-CO" sz="2400" dirty="0">
                <a:latin typeface=""/>
              </a:rPr>
              <a:t> o de Postgrado</a:t>
            </a:r>
          </a:p>
          <a:p>
            <a:pPr algn="just"/>
            <a:r>
              <a:rPr lang="es-CO" sz="2400" dirty="0">
                <a:latin typeface=""/>
              </a:rPr>
              <a:t>Consiste en acreditar el haber cursado y aprobado un periodo académico o el equivalente al 50% de una especialización profesional o de una especialización tecnológica, de las ofertadas por la ETITC, o un periodo académico o el equivalente al 25% de una maestría que oferte la ETITC.</a:t>
            </a: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3F03F729-9BB9-49E6-154E-B785A8D95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217BB60C-AF68-2606-EAE3-662F580F9986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F46D22-13A2-A84E-D3CC-0438E7E2FF83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215858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</a:rPr>
              <a:t>Desarrollo</a:t>
            </a:r>
            <a:endParaRPr lang="es-CO" sz="2400" dirty="0">
              <a:latin typeface=""/>
            </a:endParaRPr>
          </a:p>
          <a:p>
            <a:pPr algn="just"/>
            <a:r>
              <a:rPr lang="es-CO" sz="2400" b="1" dirty="0">
                <a:latin typeface=""/>
              </a:rPr>
              <a:t>Articulo 11 Procedimiento</a:t>
            </a:r>
          </a:p>
          <a:p>
            <a:pPr algn="just"/>
            <a:r>
              <a:rPr lang="es-CO" sz="2400" dirty="0">
                <a:latin typeface=""/>
              </a:rPr>
              <a:t>1. Elaboración y aprobación del Anteproyecto de trabajo de grado.</a:t>
            </a:r>
          </a:p>
          <a:p>
            <a:pPr algn="just"/>
            <a:r>
              <a:rPr lang="es-CO" sz="2400" dirty="0">
                <a:latin typeface=""/>
              </a:rPr>
              <a:t>2. Asignación de director o asesor.</a:t>
            </a:r>
          </a:p>
          <a:p>
            <a:pPr algn="just"/>
            <a:r>
              <a:rPr lang="es-CO" sz="2400" dirty="0">
                <a:latin typeface=""/>
              </a:rPr>
              <a:t>3. Desarrollo del Trabajo de Grado.</a:t>
            </a:r>
          </a:p>
          <a:p>
            <a:pPr algn="just"/>
            <a:r>
              <a:rPr lang="es-CO" sz="2400" dirty="0">
                <a:latin typeface=""/>
              </a:rPr>
              <a:t>4. Revisión y edición del informe final en formato digital.</a:t>
            </a:r>
          </a:p>
          <a:p>
            <a:pPr algn="just"/>
            <a:r>
              <a:rPr lang="es-CO" sz="2400" dirty="0">
                <a:latin typeface=""/>
              </a:rPr>
              <a:t>5. Radicación de la carta remisora de constancia de finalizado avalada por director o asesor</a:t>
            </a: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CFE99709-70E8-42A7-CF64-7ED3F09F8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D8932EFC-9453-ECFD-1697-616C468989BC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E1AFB7-9E5D-0B9F-2238-C86E67607DB3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745771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  <a:cs typeface="Sabon Next LT" panose="02000500000000000000" pitchFamily="2" charset="0"/>
              </a:rPr>
              <a:t>Desarrollo</a:t>
            </a:r>
            <a:endParaRPr lang="es-CO" sz="2400" dirty="0">
              <a:latin typeface=""/>
              <a:cs typeface="Sabon Next LT" panose="02000500000000000000" pitchFamily="2" charset="0"/>
            </a:endParaRPr>
          </a:p>
          <a:p>
            <a:pPr algn="just"/>
            <a:r>
              <a:rPr lang="es-CO" sz="2400" b="1" dirty="0">
                <a:latin typeface=""/>
                <a:cs typeface="Sabon Next LT" panose="02000500000000000000" pitchFamily="2" charset="0"/>
              </a:rPr>
              <a:t>Articulo 11 Procedimiento</a:t>
            </a:r>
          </a:p>
          <a:p>
            <a:pPr algn="just"/>
            <a:r>
              <a:rPr lang="es-CO" sz="2400" dirty="0">
                <a:latin typeface=""/>
                <a:cs typeface="Sabon Next LT" panose="02000500000000000000" pitchFamily="2" charset="0"/>
              </a:rPr>
              <a:t>6. Asignación de jurados de trabajo de grado</a:t>
            </a:r>
          </a:p>
          <a:p>
            <a:pPr algn="just"/>
            <a:r>
              <a:rPr lang="es-CO" sz="2400" dirty="0">
                <a:latin typeface=""/>
                <a:cs typeface="Sabon Next LT" panose="02000500000000000000" pitchFamily="2" charset="0"/>
              </a:rPr>
              <a:t>7. Sustentación pública </a:t>
            </a:r>
          </a:p>
          <a:p>
            <a:pPr algn="just"/>
            <a:r>
              <a:rPr lang="es-CO" sz="2400" dirty="0">
                <a:latin typeface=""/>
                <a:cs typeface="Sabon Next LT" panose="02000500000000000000" pitchFamily="2" charset="0"/>
              </a:rPr>
              <a:t>8. Calificación</a:t>
            </a:r>
          </a:p>
          <a:p>
            <a:pPr algn="just"/>
            <a:r>
              <a:rPr lang="es-CO" sz="2400" dirty="0">
                <a:latin typeface=""/>
                <a:cs typeface="Sabon Next LT" panose="02000500000000000000" pitchFamily="2" charset="0"/>
              </a:rPr>
              <a:t>9. Oficialización de aprobación</a:t>
            </a:r>
          </a:p>
          <a:p>
            <a:pPr algn="just"/>
            <a:r>
              <a:rPr lang="es-CO" sz="2400" dirty="0">
                <a:latin typeface=""/>
                <a:cs typeface="Sabon Next LT" panose="02000500000000000000" pitchFamily="2" charset="0"/>
              </a:rPr>
              <a:t>10. Entrega a decanatura informe final aprobado.</a:t>
            </a: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EFB74E08-2FBE-438B-CCC8-72C0B2DBD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C3C3C32E-8ED3-EBF1-703A-74E1BA9DB35C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CB85DF-3A34-C1BE-9589-4C35B47163F7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326521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</a:rPr>
              <a:t>Desarrollo</a:t>
            </a:r>
            <a:endParaRPr lang="es-CO" sz="2400" dirty="0">
              <a:latin typeface=""/>
            </a:endParaRPr>
          </a:p>
          <a:p>
            <a:pPr algn="just"/>
            <a:r>
              <a:rPr lang="es-CO" sz="2400" b="1" dirty="0">
                <a:latin typeface=""/>
              </a:rPr>
              <a:t>Articulo 12 Anteproyecto</a:t>
            </a:r>
          </a:p>
          <a:p>
            <a:pPr algn="just"/>
            <a:r>
              <a:rPr lang="es-CO" sz="2400" dirty="0">
                <a:latin typeface=""/>
              </a:rPr>
              <a:t>Para la elaboración, presentación y aprobación del trabajo de grado, </a:t>
            </a:r>
            <a:r>
              <a:rPr lang="es-CO" sz="2400" b="1" dirty="0">
                <a:latin typeface=""/>
              </a:rPr>
              <a:t>cualquiera </a:t>
            </a:r>
            <a:r>
              <a:rPr lang="es-CO" sz="2400" dirty="0">
                <a:latin typeface=""/>
              </a:rPr>
              <a:t>que sea su modalidad, el estudiante deberá inscribir este anteproyecto ante el profesor coordinador de trabajos de grado de la facultad, la propuesta de anteproyecto de grado escogida.</a:t>
            </a:r>
            <a:endParaRPr lang="es-CO" sz="2400" b="1" dirty="0">
              <a:latin typeface=""/>
            </a:endParaRP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D5F3DFF6-EBA9-B182-DD8E-5D4A8C69A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2DCF269D-3902-DC51-0D4C-F2541E59FCFD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D545E2B-D996-FDF1-4054-404FD482B865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40730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34076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</a:rPr>
              <a:t>Desarrollo</a:t>
            </a:r>
            <a:endParaRPr lang="es-CO" sz="2400" dirty="0">
              <a:latin typeface=""/>
            </a:endParaRPr>
          </a:p>
          <a:p>
            <a:pPr algn="just"/>
            <a:r>
              <a:rPr lang="es-CO" sz="2400" b="1" dirty="0">
                <a:latin typeface=""/>
              </a:rPr>
              <a:t>Articulo 12 Anteproyecto</a:t>
            </a:r>
          </a:p>
          <a:p>
            <a:pPr algn="just"/>
            <a:r>
              <a:rPr lang="es-CO" sz="2400" dirty="0">
                <a:latin typeface=""/>
              </a:rPr>
              <a:t>Toda propuesta de anteproyecto de trabajo de grado deberá contener el desarrollo de los siguientes aspectos relativos a la planeación del trabajo de grado:</a:t>
            </a:r>
          </a:p>
          <a:p>
            <a:pPr algn="just"/>
            <a:r>
              <a:rPr lang="es-CO" sz="2400" b="1" dirty="0">
                <a:latin typeface=""/>
              </a:rPr>
              <a:t>1-Modalidad</a:t>
            </a:r>
          </a:p>
          <a:p>
            <a:pPr algn="just"/>
            <a:r>
              <a:rPr lang="es-CO" sz="2400" b="1" dirty="0">
                <a:latin typeface=""/>
              </a:rPr>
              <a:t>2- Titulo</a:t>
            </a:r>
          </a:p>
          <a:p>
            <a:pPr algn="just"/>
            <a:r>
              <a:rPr lang="es-CO" sz="2400" b="1" dirty="0">
                <a:latin typeface=""/>
              </a:rPr>
              <a:t>3- Problema</a:t>
            </a:r>
          </a:p>
          <a:p>
            <a:pPr algn="just"/>
            <a:r>
              <a:rPr lang="es-CO" sz="2400" b="1" dirty="0">
                <a:latin typeface=""/>
              </a:rPr>
              <a:t>4-Justificación</a:t>
            </a:r>
          </a:p>
          <a:p>
            <a:pPr algn="just"/>
            <a:r>
              <a:rPr lang="es-CO" sz="2400" b="1" dirty="0">
                <a:latin typeface=""/>
              </a:rPr>
              <a:t>5-Objetivos</a:t>
            </a: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316C9337-17DF-899D-492F-2F4186E58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B15A77FF-996A-EFBB-1941-83509F360C9E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CADFD0-FFDB-8F96-11A4-C2622732ADAB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904282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000" b="1" dirty="0">
                <a:latin typeface=""/>
              </a:rPr>
              <a:t>Desarrollo</a:t>
            </a:r>
            <a:endParaRPr lang="es-CO" sz="2000" dirty="0">
              <a:latin typeface=""/>
            </a:endParaRPr>
          </a:p>
          <a:p>
            <a:pPr algn="just"/>
            <a:r>
              <a:rPr lang="es-CO" sz="2000" b="1" dirty="0">
                <a:latin typeface=""/>
              </a:rPr>
              <a:t>Articulo 12 Anteproyecto</a:t>
            </a:r>
          </a:p>
          <a:p>
            <a:pPr algn="just"/>
            <a:r>
              <a:rPr lang="es-CO" sz="2000" dirty="0">
                <a:latin typeface=""/>
              </a:rPr>
              <a:t>Toda propuesta de anteproyecto de trabajo de grado deberá contener el desarrollo de los siguientes aspectos relativos a la planeación del trabajo de grado:</a:t>
            </a:r>
          </a:p>
          <a:p>
            <a:pPr algn="just"/>
            <a:r>
              <a:rPr lang="es-CO" sz="2000" b="1" dirty="0">
                <a:latin typeface=""/>
              </a:rPr>
              <a:t>6- Diseño metodológico</a:t>
            </a:r>
          </a:p>
          <a:p>
            <a:pPr algn="just"/>
            <a:r>
              <a:rPr lang="es-CO" sz="2000" b="1" dirty="0">
                <a:latin typeface=""/>
              </a:rPr>
              <a:t>7-Cronograma</a:t>
            </a:r>
          </a:p>
          <a:p>
            <a:pPr algn="just"/>
            <a:r>
              <a:rPr lang="es-CO" sz="2000" b="1" dirty="0">
                <a:latin typeface=""/>
              </a:rPr>
              <a:t>8-Bibliografía</a:t>
            </a:r>
          </a:p>
          <a:p>
            <a:pPr algn="just"/>
            <a:r>
              <a:rPr lang="es-CO" sz="2000" b="1" dirty="0">
                <a:latin typeface=""/>
              </a:rPr>
              <a:t>9-Costos</a:t>
            </a:r>
          </a:p>
          <a:p>
            <a:pPr algn="just"/>
            <a:r>
              <a:rPr lang="es-CO" sz="2000" b="1" dirty="0">
                <a:latin typeface=""/>
              </a:rPr>
              <a:t>10-Fuentes de financiación </a:t>
            </a:r>
          </a:p>
          <a:p>
            <a:pPr algn="just"/>
            <a:r>
              <a:rPr lang="es-CO" sz="2000" b="1" dirty="0">
                <a:latin typeface=""/>
              </a:rPr>
              <a:t>11- Viabilidad técnico-financiera.</a:t>
            </a:r>
          </a:p>
        </p:txBody>
      </p:sp>
      <p:pic>
        <p:nvPicPr>
          <p:cNvPr id="3" name="Picture 4" descr="Programas - Intranet ETITC">
            <a:extLst>
              <a:ext uri="{FF2B5EF4-FFF2-40B4-BE49-F238E27FC236}">
                <a16:creationId xmlns:a16="http://schemas.microsoft.com/office/drawing/2014/main" id="{FDE25186-C1F2-2793-0A5E-B3445CB25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3527613A-7FBA-4A33-52C8-824AEB1E46FB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E58691-733B-2AA5-34C3-E2A5B6D032C0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871765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000" b="1" dirty="0">
                <a:latin typeface=""/>
              </a:rPr>
              <a:t>Desarrollo</a:t>
            </a:r>
            <a:endParaRPr lang="es-CO" sz="2000" dirty="0">
              <a:latin typeface=""/>
            </a:endParaRPr>
          </a:p>
          <a:p>
            <a:pPr algn="just"/>
            <a:r>
              <a:rPr lang="es-CO" sz="2000" b="1" dirty="0">
                <a:latin typeface=""/>
              </a:rPr>
              <a:t>Articulo 13 Número de autores</a:t>
            </a:r>
          </a:p>
          <a:p>
            <a:pPr algn="just"/>
            <a:endParaRPr lang="es-CO" sz="2000" b="1" dirty="0">
              <a:latin typeface=""/>
            </a:endParaRPr>
          </a:p>
          <a:p>
            <a:pPr algn="just"/>
            <a:r>
              <a:rPr lang="es-CO" sz="2000" b="1" dirty="0">
                <a:latin typeface=""/>
              </a:rPr>
              <a:t>2 autores: </a:t>
            </a:r>
            <a:r>
              <a:rPr lang="es-CO" sz="2000" dirty="0">
                <a:latin typeface=""/>
              </a:rPr>
              <a:t>Proyecto de ingeniería</a:t>
            </a:r>
          </a:p>
          <a:p>
            <a:pPr algn="just"/>
            <a:endParaRPr lang="es-CO" sz="2000" dirty="0">
              <a:latin typeface=""/>
            </a:endParaRPr>
          </a:p>
          <a:p>
            <a:pPr algn="just"/>
            <a:r>
              <a:rPr lang="es-CO" sz="2000" b="1" dirty="0">
                <a:latin typeface=""/>
              </a:rPr>
              <a:t>1 autor: </a:t>
            </a:r>
          </a:p>
          <a:p>
            <a:pPr algn="just"/>
            <a:r>
              <a:rPr lang="es-CO" sz="2000" dirty="0">
                <a:latin typeface=""/>
              </a:rPr>
              <a:t>Participación en un proyecto según el reglamento estudiantil de investigación</a:t>
            </a:r>
          </a:p>
          <a:p>
            <a:pPr algn="just"/>
            <a:r>
              <a:rPr lang="es-CO" sz="2000" dirty="0">
                <a:latin typeface=""/>
              </a:rPr>
              <a:t>Certificación Nacional o Internacional</a:t>
            </a:r>
          </a:p>
          <a:p>
            <a:pPr algn="just"/>
            <a:r>
              <a:rPr lang="es-CO" sz="2000" dirty="0">
                <a:latin typeface=""/>
              </a:rPr>
              <a:t>Estudios </a:t>
            </a:r>
            <a:r>
              <a:rPr lang="es-CO" sz="2000" dirty="0" err="1">
                <a:latin typeface=""/>
              </a:rPr>
              <a:t>coterminales</a:t>
            </a:r>
            <a:r>
              <a:rPr lang="es-CO" sz="2000" dirty="0">
                <a:latin typeface=""/>
              </a:rPr>
              <a:t> en postgrado.</a:t>
            </a:r>
          </a:p>
          <a:p>
            <a:pPr algn="just"/>
            <a:endParaRPr lang="es-CO" sz="2000" b="1" dirty="0">
              <a:latin typeface=""/>
            </a:endParaRPr>
          </a:p>
          <a:p>
            <a:pPr algn="just"/>
            <a:endParaRPr lang="es-CO" sz="2000" b="1" dirty="0">
              <a:latin typeface=""/>
            </a:endParaRPr>
          </a:p>
        </p:txBody>
      </p:sp>
      <p:pic>
        <p:nvPicPr>
          <p:cNvPr id="5" name="Picture 4" descr="Programas - Intranet ETITC">
            <a:extLst>
              <a:ext uri="{FF2B5EF4-FFF2-40B4-BE49-F238E27FC236}">
                <a16:creationId xmlns:a16="http://schemas.microsoft.com/office/drawing/2014/main" id="{BA29E323-F35A-697D-799D-5A470ABB1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78B3FAD2-D569-B07B-97C0-88A63A9C0087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6FACF4-408B-B89F-5EEA-EEA58FEBB0CA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229666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  <a:cs typeface="Sabon Next LT" panose="02000500000000000000" pitchFamily="2" charset="0"/>
              </a:rPr>
              <a:t>Desarrollo</a:t>
            </a:r>
            <a:endParaRPr lang="es-CO" sz="2400" dirty="0">
              <a:latin typeface=""/>
              <a:cs typeface="Sabon Next LT" panose="02000500000000000000" pitchFamily="2" charset="0"/>
            </a:endParaRPr>
          </a:p>
          <a:p>
            <a:pPr algn="just"/>
            <a:r>
              <a:rPr lang="es-CO" sz="2400" b="1" dirty="0">
                <a:latin typeface=""/>
                <a:cs typeface="Sabon Next LT" panose="02000500000000000000" pitchFamily="2" charset="0"/>
              </a:rPr>
              <a:t>Articulo 14 Edición Informe Final</a:t>
            </a:r>
          </a:p>
          <a:p>
            <a:pPr algn="just"/>
            <a:endParaRPr lang="es-CO" sz="2400" dirty="0">
              <a:latin typeface=""/>
              <a:cs typeface="Sabon Next LT" panose="02000500000000000000" pitchFamily="2" charset="0"/>
            </a:endParaRPr>
          </a:p>
          <a:p>
            <a:pPr algn="just"/>
            <a:r>
              <a:rPr lang="es-CO" sz="2400" dirty="0">
                <a:latin typeface=""/>
                <a:cs typeface="Sabon Next LT" panose="02000500000000000000" pitchFamily="2" charset="0"/>
              </a:rPr>
              <a:t>Para la modalidad proyecto de ingeniería y sus diferentes tipos, una vez el estudiante ha terminado las labores propias del trabajo de grado, deberá elaborar y entregar un informe final en formato digital y en estricta coherencia con el tipo de proyecto optado. El cuerpo del trabajo no debe exceder las 60 páginas, sin incluir anexos.</a:t>
            </a:r>
          </a:p>
          <a:p>
            <a:pPr algn="just"/>
            <a:endParaRPr lang="es-CO" sz="2400" b="1" dirty="0">
              <a:latin typeface=""/>
              <a:cs typeface="Sabon Next LT" panose="02000500000000000000" pitchFamily="2" charset="0"/>
            </a:endParaRPr>
          </a:p>
        </p:txBody>
      </p:sp>
      <p:pic>
        <p:nvPicPr>
          <p:cNvPr id="5" name="Picture 4" descr="Programas - Intranet ETITC">
            <a:extLst>
              <a:ext uri="{FF2B5EF4-FFF2-40B4-BE49-F238E27FC236}">
                <a16:creationId xmlns:a16="http://schemas.microsoft.com/office/drawing/2014/main" id="{EEC08BAF-F6A7-8A62-A135-186810C22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B937C0A2-F138-B1D4-60B9-DABDA7D40232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16F9C4-D642-2B34-874D-C180B857F921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711970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400" b="1" dirty="0">
                <a:latin typeface=""/>
              </a:rPr>
              <a:t>Desarrollo</a:t>
            </a:r>
            <a:endParaRPr lang="es-CO" sz="2400" dirty="0">
              <a:latin typeface=""/>
            </a:endParaRPr>
          </a:p>
          <a:p>
            <a:pPr algn="just"/>
            <a:r>
              <a:rPr lang="es-CO" sz="2400" b="1" dirty="0">
                <a:latin typeface=""/>
              </a:rPr>
              <a:t>Articulo 15 Calificación por parte del Jurado-</a:t>
            </a:r>
            <a:endParaRPr lang="es-CO" sz="2400" dirty="0">
              <a:latin typeface=""/>
            </a:endParaRPr>
          </a:p>
          <a:p>
            <a:pPr algn="just"/>
            <a:endParaRPr lang="es-CO" sz="2400" b="1" dirty="0">
              <a:latin typeface=""/>
            </a:endParaRPr>
          </a:p>
          <a:p>
            <a:pPr algn="just"/>
            <a:r>
              <a:rPr lang="es-CO" sz="2400" dirty="0">
                <a:latin typeface=""/>
              </a:rPr>
              <a:t>Toda modalidad de trabajo de grado deberá ser objeto de calificación por parte de jurado y tener su acta de aprobación de trabajo de grado.</a:t>
            </a:r>
          </a:p>
        </p:txBody>
      </p:sp>
      <p:pic>
        <p:nvPicPr>
          <p:cNvPr id="5" name="Picture 4" descr="Programas - Intranet ETITC">
            <a:extLst>
              <a:ext uri="{FF2B5EF4-FFF2-40B4-BE49-F238E27FC236}">
                <a16:creationId xmlns:a16="http://schemas.microsoft.com/office/drawing/2014/main" id="{0C8DA99E-28CA-C954-68D5-BED018D3F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0336AF00-6BE0-A7C1-1037-73389D080162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1BF746-B34A-F7D9-D4D6-66337F10D64E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810586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E43D4-8286-4BEE-907B-3A35AE70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709" y="1700808"/>
            <a:ext cx="7360581" cy="4691063"/>
          </a:xfrm>
        </p:spPr>
        <p:txBody>
          <a:bodyPr>
            <a:normAutofit/>
          </a:bodyPr>
          <a:lstStyle/>
          <a:p>
            <a:pPr algn="ctr"/>
            <a:r>
              <a:rPr lang="es-CO" sz="2000" b="1" dirty="0">
                <a:latin typeface=""/>
              </a:rPr>
              <a:t>Desarrollo</a:t>
            </a:r>
            <a:endParaRPr lang="es-CO" sz="2000" dirty="0">
              <a:latin typeface=""/>
            </a:endParaRPr>
          </a:p>
          <a:p>
            <a:pPr algn="just"/>
            <a:r>
              <a:rPr lang="es-CO" sz="2000" b="1" dirty="0">
                <a:latin typeface=""/>
              </a:rPr>
              <a:t>Articulo 15 Calificación por parte del Jurado-</a:t>
            </a:r>
            <a:endParaRPr lang="es-CO" sz="2000" dirty="0">
              <a:latin typeface=""/>
            </a:endParaRPr>
          </a:p>
          <a:p>
            <a:pPr algn="just"/>
            <a:endParaRPr lang="es-CO" sz="2000" b="1" dirty="0">
              <a:latin typeface=""/>
            </a:endParaRPr>
          </a:p>
          <a:p>
            <a:pPr algn="just"/>
            <a:r>
              <a:rPr lang="es-CO" sz="2000" dirty="0">
                <a:latin typeface=""/>
              </a:rPr>
              <a:t>Para la modalidad proyecto de ingeniería y sus diferentes tipos de proyecto, se consideran para la evaluación del trabajo los siguientes aspectos:</a:t>
            </a:r>
          </a:p>
          <a:p>
            <a:pPr algn="just"/>
            <a:r>
              <a:rPr lang="es-CO" sz="2000" dirty="0">
                <a:latin typeface=""/>
              </a:rPr>
              <a:t>1. Alcance, originalidad de los aportes</a:t>
            </a:r>
          </a:p>
          <a:p>
            <a:pPr algn="just"/>
            <a:r>
              <a:rPr lang="es-CO" sz="2000" dirty="0">
                <a:latin typeface=""/>
              </a:rPr>
              <a:t>2. Alcance de los objetivos</a:t>
            </a:r>
          </a:p>
          <a:p>
            <a:pPr algn="just"/>
            <a:r>
              <a:rPr lang="es-CO" sz="2000" dirty="0">
                <a:latin typeface=""/>
              </a:rPr>
              <a:t>3. Interpretación, discusión de los resultados</a:t>
            </a:r>
          </a:p>
          <a:p>
            <a:pPr algn="just"/>
            <a:r>
              <a:rPr lang="es-CO" sz="2000" dirty="0">
                <a:latin typeface=""/>
              </a:rPr>
              <a:t>4. Domino Tema</a:t>
            </a:r>
          </a:p>
          <a:p>
            <a:pPr algn="just"/>
            <a:r>
              <a:rPr lang="es-CO" sz="2000" dirty="0">
                <a:latin typeface=""/>
              </a:rPr>
              <a:t>5. Calidad de Informe.</a:t>
            </a:r>
          </a:p>
        </p:txBody>
      </p:sp>
      <p:pic>
        <p:nvPicPr>
          <p:cNvPr id="5" name="Picture 4" descr="Programas - Intranet ETITC">
            <a:extLst>
              <a:ext uri="{FF2B5EF4-FFF2-40B4-BE49-F238E27FC236}">
                <a16:creationId xmlns:a16="http://schemas.microsoft.com/office/drawing/2014/main" id="{AC6088D4-BB3C-8513-47AE-1F5A253CA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8420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>
            <a:extLst>
              <a:ext uri="{FF2B5EF4-FFF2-40B4-BE49-F238E27FC236}">
                <a16:creationId xmlns:a16="http://schemas.microsoft.com/office/drawing/2014/main" id="{FA9E58A7-864A-8633-C3DC-A4D345C1A499}"/>
              </a:ext>
            </a:extLst>
          </p:cNvPr>
          <p:cNvSpPr txBox="1">
            <a:spLocks/>
          </p:cNvSpPr>
          <p:nvPr/>
        </p:nvSpPr>
        <p:spPr bwMode="auto">
          <a:xfrm>
            <a:off x="2627784" y="-4847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ES" sz="2400" b="1" dirty="0">
                <a:latin typeface="Sans Serif "/>
              </a:rPr>
              <a:t>6052 PROYECTO DE INVESTIGACION IV</a:t>
            </a:r>
            <a:endParaRPr lang="es-CO" sz="2400" b="1" dirty="0">
              <a:latin typeface="Sans Serif 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8E183E7-4683-14A9-5028-86E486B19308}"/>
              </a:ext>
            </a:extLst>
          </p:cNvPr>
          <p:cNvSpPr txBox="1"/>
          <p:nvPr/>
        </p:nvSpPr>
        <p:spPr>
          <a:xfrm>
            <a:off x="2627784" y="5915363"/>
            <a:ext cx="6208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i="1" dirty="0">
                <a:latin typeface=""/>
              </a:rPr>
              <a:t>Tomado de </a:t>
            </a:r>
            <a:r>
              <a:rPr lang="es-CO" sz="1600" i="1" dirty="0">
                <a:latin typeface=""/>
              </a:rPr>
              <a:t>Acuerdo 02 de 22 de abril </a:t>
            </a:r>
            <a:r>
              <a:rPr lang="es-CO" sz="1600" b="1" i="1" dirty="0">
                <a:latin typeface=""/>
              </a:rPr>
              <a:t>Consejo Académico de la Escuela Tecnológica Instituto Técnico Central - ETITC</a:t>
            </a:r>
            <a:endParaRPr lang="en-US" sz="1600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6562770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c56f61-abc0-4f7e-bfec-a93ccd1ae88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A62137D465CE64A8C883A4664514BF8" ma:contentTypeVersion="15" ma:contentTypeDescription="Crear nuevo documento." ma:contentTypeScope="" ma:versionID="a1bd1d59f691eb9bca6952b111268275">
  <xsd:schema xmlns:xsd="http://www.w3.org/2001/XMLSchema" xmlns:xs="http://www.w3.org/2001/XMLSchema" xmlns:p="http://schemas.microsoft.com/office/2006/metadata/properties" xmlns:ns3="669280c1-d17e-4d1d-bd7f-b4f14cc6bf1d" xmlns:ns4="bdc56f61-abc0-4f7e-bfec-a93ccd1ae886" targetNamespace="http://schemas.microsoft.com/office/2006/metadata/properties" ma:root="true" ma:fieldsID="d02990a02f19f0f9fc7b999b1809cae4" ns3:_="" ns4:_="">
    <xsd:import namespace="669280c1-d17e-4d1d-bd7f-b4f14cc6bf1d"/>
    <xsd:import namespace="bdc56f61-abc0-4f7e-bfec-a93ccd1ae88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280c1-d17e-4d1d-bd7f-b4f14cc6b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56f61-abc0-4f7e-bfec-a93ccd1ae8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8623C8-32E1-48B0-9F0A-13F2E9582B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25853C-1B27-4995-A583-4D39F900BB7F}">
  <ds:schemaRefs>
    <ds:schemaRef ds:uri="bdc56f61-abc0-4f7e-bfec-a93ccd1ae886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669280c1-d17e-4d1d-bd7f-b4f14cc6bf1d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25820C3-FD82-4EFC-BF14-EAF1F9613F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9280c1-d17e-4d1d-bd7f-b4f14cc6bf1d"/>
    <ds:schemaRef ds:uri="bdc56f61-abc0-4f7e-bfec-a93ccd1ae8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2298</TotalTime>
  <Words>1357</Words>
  <Application>Microsoft Macintosh PowerPoint</Application>
  <PresentationFormat>Carta (216 x 279 mm)</PresentationFormat>
  <Paragraphs>199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Sans Serif</vt:lpstr>
      <vt:lpstr>Sans Serif </vt:lpstr>
      <vt:lpstr>Tema de Office</vt:lpstr>
      <vt:lpstr>Presentación de PowerPoint</vt:lpstr>
      <vt:lpstr>Presentación de PowerPoint</vt:lpstr>
      <vt:lpstr>OBJETIVO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Jheyson Fabian Villavisan Buitrago</cp:lastModifiedBy>
  <cp:revision>72</cp:revision>
  <dcterms:created xsi:type="dcterms:W3CDTF">2008-03-11T21:51:34Z</dcterms:created>
  <dcterms:modified xsi:type="dcterms:W3CDTF">2026-02-13T20:44:26Z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0x0101007A62137D465CE64A8C883A4664514BF8</vt:lpwstr>
  </property>
</Properties>
</file>