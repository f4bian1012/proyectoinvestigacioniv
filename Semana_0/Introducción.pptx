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8" r:id="rId4"/>
  </p:sldMasterIdLst>
  <p:notesMasterIdLst>
    <p:notesMasterId r:id="rId14"/>
  </p:notesMasterIdLst>
  <p:handoutMasterIdLst>
    <p:handoutMasterId r:id="rId15"/>
  </p:handoutMasterIdLst>
  <p:sldIdLst>
    <p:sldId id="256" r:id="rId5"/>
    <p:sldId id="274" r:id="rId6"/>
    <p:sldId id="278" r:id="rId7"/>
    <p:sldId id="270" r:id="rId8"/>
    <p:sldId id="261" r:id="rId9"/>
    <p:sldId id="264" r:id="rId10"/>
    <p:sldId id="265" r:id="rId11"/>
    <p:sldId id="275" r:id="rId12"/>
    <p:sldId id="277" r:id="rId13"/>
  </p:sldIdLst>
  <p:sldSz cx="9144000" cy="6858000" type="letter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ción predeterminada" id="{B3080F47-54FE-4674-8A61-9F6C6D97AC09}">
          <p14:sldIdLst>
            <p14:sldId id="256"/>
            <p14:sldId id="274"/>
            <p14:sldId id="278"/>
            <p14:sldId id="270"/>
            <p14:sldId id="261"/>
            <p14:sldId id="264"/>
            <p14:sldId id="265"/>
            <p14:sldId id="275"/>
            <p14:sldId id="27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D5D6D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AC42068-6625-494F-B91D-97A1D33B96E2}" v="69" dt="2026-02-07T00:27:53.16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012ECD-51FC-41F1-AA8D-1B2483CD663E}" styleName="Estilo claro 2 - Acento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176" autoAdjust="0"/>
    <p:restoredTop sz="94660"/>
  </p:normalViewPr>
  <p:slideViewPr>
    <p:cSldViewPr>
      <p:cViewPr varScale="1">
        <p:scale>
          <a:sx n="105" d="100"/>
          <a:sy n="105" d="100"/>
        </p:scale>
        <p:origin x="176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6" d="100"/>
          <a:sy n="86" d="100"/>
        </p:scale>
        <p:origin x="-1974" y="-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HEYSON FABIAN VILLAVISAN BUITRAGO" userId="e5ced5c2-d787-455d-b115-4f08a699b8c8" providerId="ADAL" clId="{346ECE53-D0EE-4664-97A2-EE5ED4BD15CE}"/>
    <pc:docChg chg="undo custSel delSld modSld modSection">
      <pc:chgData name="JHEYSON FABIAN VILLAVISAN BUITRAGO" userId="e5ced5c2-d787-455d-b115-4f08a699b8c8" providerId="ADAL" clId="{346ECE53-D0EE-4664-97A2-EE5ED4BD15CE}" dt="2026-02-07T00:28:00.628" v="344" actId="478"/>
      <pc:docMkLst>
        <pc:docMk/>
      </pc:docMkLst>
      <pc:sldChg chg="addSp delSp modSp mod">
        <pc:chgData name="JHEYSON FABIAN VILLAVISAN BUITRAGO" userId="e5ced5c2-d787-455d-b115-4f08a699b8c8" providerId="ADAL" clId="{346ECE53-D0EE-4664-97A2-EE5ED4BD15CE}" dt="2026-02-07T00:28:00.628" v="344" actId="478"/>
        <pc:sldMkLst>
          <pc:docMk/>
          <pc:sldMk cId="0" sldId="256"/>
        </pc:sldMkLst>
        <pc:spChg chg="add del mod">
          <ac:chgData name="JHEYSON FABIAN VILLAVISAN BUITRAGO" userId="e5ced5c2-d787-455d-b115-4f08a699b8c8" providerId="ADAL" clId="{346ECE53-D0EE-4664-97A2-EE5ED4BD15CE}" dt="2026-02-06T00:21:11.141" v="2" actId="478"/>
          <ac:spMkLst>
            <pc:docMk/>
            <pc:sldMk cId="0" sldId="256"/>
            <ac:spMk id="3" creationId="{2262883A-5FD8-CB5E-A6B5-32C09B919C76}"/>
          </ac:spMkLst>
        </pc:spChg>
        <pc:spChg chg="add mod">
          <ac:chgData name="JHEYSON FABIAN VILLAVISAN BUITRAGO" userId="e5ced5c2-d787-455d-b115-4f08a699b8c8" providerId="ADAL" clId="{346ECE53-D0EE-4664-97A2-EE5ED4BD15CE}" dt="2026-02-06T00:21:27.036" v="5"/>
          <ac:spMkLst>
            <pc:docMk/>
            <pc:sldMk cId="0" sldId="256"/>
            <ac:spMk id="4" creationId="{175FB1A7-C231-AAE1-77CC-72E973339C9A}"/>
          </ac:spMkLst>
        </pc:spChg>
        <pc:spChg chg="add mod">
          <ac:chgData name="JHEYSON FABIAN VILLAVISAN BUITRAGO" userId="e5ced5c2-d787-455d-b115-4f08a699b8c8" providerId="ADAL" clId="{346ECE53-D0EE-4664-97A2-EE5ED4BD15CE}" dt="2026-02-06T00:21:27.036" v="5"/>
          <ac:spMkLst>
            <pc:docMk/>
            <pc:sldMk cId="0" sldId="256"/>
            <ac:spMk id="5" creationId="{33DD5350-FC1A-A315-4377-528FE8EDFBA2}"/>
          </ac:spMkLst>
        </pc:spChg>
        <pc:spChg chg="del">
          <ac:chgData name="JHEYSON FABIAN VILLAVISAN BUITRAGO" userId="e5ced5c2-d787-455d-b115-4f08a699b8c8" providerId="ADAL" clId="{346ECE53-D0EE-4664-97A2-EE5ED4BD15CE}" dt="2026-02-06T00:21:11.679" v="3" actId="478"/>
          <ac:spMkLst>
            <pc:docMk/>
            <pc:sldMk cId="0" sldId="256"/>
            <ac:spMk id="10" creationId="{0D52910C-C7FF-51AD-9B9D-1A390D5FFE1B}"/>
          </ac:spMkLst>
        </pc:spChg>
        <pc:spChg chg="del">
          <ac:chgData name="JHEYSON FABIAN VILLAVISAN BUITRAGO" userId="e5ced5c2-d787-455d-b115-4f08a699b8c8" providerId="ADAL" clId="{346ECE53-D0EE-4664-97A2-EE5ED4BD15CE}" dt="2026-02-06T00:21:09.239" v="1" actId="478"/>
          <ac:spMkLst>
            <pc:docMk/>
            <pc:sldMk cId="0" sldId="256"/>
            <ac:spMk id="5122" creationId="{612B5792-076C-452D-8592-DDADCC263C58}"/>
          </ac:spMkLst>
        </pc:spChg>
        <pc:spChg chg="del">
          <ac:chgData name="JHEYSON FABIAN VILLAVISAN BUITRAGO" userId="e5ced5c2-d787-455d-b115-4f08a699b8c8" providerId="ADAL" clId="{346ECE53-D0EE-4664-97A2-EE5ED4BD15CE}" dt="2026-02-06T00:21:13.488" v="4" actId="478"/>
          <ac:spMkLst>
            <pc:docMk/>
            <pc:sldMk cId="0" sldId="256"/>
            <ac:spMk id="5124" creationId="{75207037-66AB-408E-B44C-6489E27F4A1E}"/>
          </ac:spMkLst>
        </pc:spChg>
        <pc:picChg chg="add mod">
          <ac:chgData name="JHEYSON FABIAN VILLAVISAN BUITRAGO" userId="e5ced5c2-d787-455d-b115-4f08a699b8c8" providerId="ADAL" clId="{346ECE53-D0EE-4664-97A2-EE5ED4BD15CE}" dt="2026-02-06T00:21:27.036" v="5"/>
          <ac:picMkLst>
            <pc:docMk/>
            <pc:sldMk cId="0" sldId="256"/>
            <ac:picMk id="6" creationId="{52E16875-B7AB-2B77-D68D-3DB3985E4629}"/>
          </ac:picMkLst>
        </pc:picChg>
        <pc:picChg chg="del">
          <ac:chgData name="JHEYSON FABIAN VILLAVISAN BUITRAGO" userId="e5ced5c2-d787-455d-b115-4f08a699b8c8" providerId="ADAL" clId="{346ECE53-D0EE-4664-97A2-EE5ED4BD15CE}" dt="2026-02-06T00:21:07.876" v="0" actId="478"/>
          <ac:picMkLst>
            <pc:docMk/>
            <pc:sldMk cId="0" sldId="256"/>
            <ac:picMk id="1028" creationId="{86BA1783-B2FE-6B6A-8793-A57527FC5C00}"/>
          </ac:picMkLst>
        </pc:picChg>
        <pc:inkChg chg="add del">
          <ac:chgData name="JHEYSON FABIAN VILLAVISAN BUITRAGO" userId="e5ced5c2-d787-455d-b115-4f08a699b8c8" providerId="ADAL" clId="{346ECE53-D0EE-4664-97A2-EE5ED4BD15CE}" dt="2026-02-07T00:28:00.628" v="344" actId="478"/>
          <ac:inkMkLst>
            <pc:docMk/>
            <pc:sldMk cId="0" sldId="256"/>
            <ac:inkMk id="2" creationId="{104657F6-69E4-1672-A2C2-647949C7FC64}"/>
          </ac:inkMkLst>
        </pc:inkChg>
      </pc:sldChg>
      <pc:sldChg chg="addSp delSp modSp mod">
        <pc:chgData name="JHEYSON FABIAN VILLAVISAN BUITRAGO" userId="e5ced5c2-d787-455d-b115-4f08a699b8c8" providerId="ADAL" clId="{346ECE53-D0EE-4664-97A2-EE5ED4BD15CE}" dt="2026-02-06T01:05:22.811" v="240" actId="2711"/>
        <pc:sldMkLst>
          <pc:docMk/>
          <pc:sldMk cId="0" sldId="261"/>
        </pc:sldMkLst>
        <pc:spChg chg="del">
          <ac:chgData name="JHEYSON FABIAN VILLAVISAN BUITRAGO" userId="e5ced5c2-d787-455d-b115-4f08a699b8c8" providerId="ADAL" clId="{346ECE53-D0EE-4664-97A2-EE5ED4BD15CE}" dt="2026-02-06T01:04:14.962" v="221" actId="478"/>
          <ac:spMkLst>
            <pc:docMk/>
            <pc:sldMk cId="0" sldId="261"/>
            <ac:spMk id="2" creationId="{B5D8C82C-727D-D7E7-648F-49AB0F576C9E}"/>
          </ac:spMkLst>
        </pc:spChg>
        <pc:spChg chg="mod">
          <ac:chgData name="JHEYSON FABIAN VILLAVISAN BUITRAGO" userId="e5ced5c2-d787-455d-b115-4f08a699b8c8" providerId="ADAL" clId="{346ECE53-D0EE-4664-97A2-EE5ED4BD15CE}" dt="2026-02-06T01:05:22.811" v="240" actId="2711"/>
          <ac:spMkLst>
            <pc:docMk/>
            <pc:sldMk cId="0" sldId="261"/>
            <ac:spMk id="3" creationId="{8C1D89D6-E5A6-C5C3-FD6C-223986AA1A28}"/>
          </ac:spMkLst>
        </pc:spChg>
        <pc:spChg chg="del">
          <ac:chgData name="JHEYSON FABIAN VILLAVISAN BUITRAGO" userId="e5ced5c2-d787-455d-b115-4f08a699b8c8" providerId="ADAL" clId="{346ECE53-D0EE-4664-97A2-EE5ED4BD15CE}" dt="2026-02-06T01:04:17.440" v="223" actId="478"/>
          <ac:spMkLst>
            <pc:docMk/>
            <pc:sldMk cId="0" sldId="261"/>
            <ac:spMk id="6" creationId="{97AA8CFD-3BCF-4D31-88D2-A24ABB62907A}"/>
          </ac:spMkLst>
        </pc:spChg>
        <pc:spChg chg="add mod">
          <ac:chgData name="JHEYSON FABIAN VILLAVISAN BUITRAGO" userId="e5ced5c2-d787-455d-b115-4f08a699b8c8" providerId="ADAL" clId="{346ECE53-D0EE-4664-97A2-EE5ED4BD15CE}" dt="2026-02-06T01:04:13.521" v="220"/>
          <ac:spMkLst>
            <pc:docMk/>
            <pc:sldMk cId="0" sldId="261"/>
            <ac:spMk id="9" creationId="{46109152-C3FD-F4D2-1A4D-A41022D60702}"/>
          </ac:spMkLst>
        </pc:spChg>
        <pc:graphicFrameChg chg="modGraphic">
          <ac:chgData name="JHEYSON FABIAN VILLAVISAN BUITRAGO" userId="e5ced5c2-d787-455d-b115-4f08a699b8c8" providerId="ADAL" clId="{346ECE53-D0EE-4664-97A2-EE5ED4BD15CE}" dt="2026-02-06T00:32:57.238" v="119" actId="20577"/>
          <ac:graphicFrameMkLst>
            <pc:docMk/>
            <pc:sldMk cId="0" sldId="261"/>
            <ac:graphicFrameMk id="7" creationId="{3B28400A-9287-40BA-9001-2E821D706B4D}"/>
          </ac:graphicFrameMkLst>
        </pc:graphicFrameChg>
        <pc:picChg chg="del">
          <ac:chgData name="JHEYSON FABIAN VILLAVISAN BUITRAGO" userId="e5ced5c2-d787-455d-b115-4f08a699b8c8" providerId="ADAL" clId="{346ECE53-D0EE-4664-97A2-EE5ED4BD15CE}" dt="2026-02-06T01:04:16.687" v="222" actId="478"/>
          <ac:picMkLst>
            <pc:docMk/>
            <pc:sldMk cId="0" sldId="261"/>
            <ac:picMk id="4" creationId="{29C2E2C0-06BA-0F23-8A2A-7330ADD0CB0C}"/>
          </ac:picMkLst>
        </pc:picChg>
        <pc:picChg chg="mod">
          <ac:chgData name="JHEYSON FABIAN VILLAVISAN BUITRAGO" userId="e5ced5c2-d787-455d-b115-4f08a699b8c8" providerId="ADAL" clId="{346ECE53-D0EE-4664-97A2-EE5ED4BD15CE}" dt="2026-02-06T01:05:22.811" v="240" actId="2711"/>
          <ac:picMkLst>
            <pc:docMk/>
            <pc:sldMk cId="0" sldId="261"/>
            <ac:picMk id="5" creationId="{58784173-3090-A823-F4B0-305CBB22A994}"/>
          </ac:picMkLst>
        </pc:picChg>
        <pc:picChg chg="mod">
          <ac:chgData name="JHEYSON FABIAN VILLAVISAN BUITRAGO" userId="e5ced5c2-d787-455d-b115-4f08a699b8c8" providerId="ADAL" clId="{346ECE53-D0EE-4664-97A2-EE5ED4BD15CE}" dt="2026-02-06T01:05:22.811" v="240" actId="2711"/>
          <ac:picMkLst>
            <pc:docMk/>
            <pc:sldMk cId="0" sldId="261"/>
            <ac:picMk id="8" creationId="{22E88210-B2F5-F922-21E3-6027CAEE32A3}"/>
          </ac:picMkLst>
        </pc:picChg>
        <pc:picChg chg="mod">
          <ac:chgData name="JHEYSON FABIAN VILLAVISAN BUITRAGO" userId="e5ced5c2-d787-455d-b115-4f08a699b8c8" providerId="ADAL" clId="{346ECE53-D0EE-4664-97A2-EE5ED4BD15CE}" dt="2026-02-06T01:05:22.811" v="240" actId="2711"/>
          <ac:picMkLst>
            <pc:docMk/>
            <pc:sldMk cId="0" sldId="261"/>
            <ac:picMk id="10" creationId="{3829B5FC-C28B-BE0C-B0E1-ACFABE30D968}"/>
          </ac:picMkLst>
        </pc:picChg>
        <pc:picChg chg="add mod">
          <ac:chgData name="JHEYSON FABIAN VILLAVISAN BUITRAGO" userId="e5ced5c2-d787-455d-b115-4f08a699b8c8" providerId="ADAL" clId="{346ECE53-D0EE-4664-97A2-EE5ED4BD15CE}" dt="2026-02-06T01:04:22.944" v="224"/>
          <ac:picMkLst>
            <pc:docMk/>
            <pc:sldMk cId="0" sldId="261"/>
            <ac:picMk id="11" creationId="{E659FCE1-C721-430B-1ADE-C23A4DFBBFF0}"/>
          </ac:picMkLst>
        </pc:picChg>
        <pc:picChg chg="mod">
          <ac:chgData name="JHEYSON FABIAN VILLAVISAN BUITRAGO" userId="e5ced5c2-d787-455d-b115-4f08a699b8c8" providerId="ADAL" clId="{346ECE53-D0EE-4664-97A2-EE5ED4BD15CE}" dt="2026-02-06T01:05:22.811" v="240" actId="2711"/>
          <ac:picMkLst>
            <pc:docMk/>
            <pc:sldMk cId="0" sldId="261"/>
            <ac:picMk id="7175" creationId="{85109726-4CFF-4D9B-ADAC-14116F43FEF3}"/>
          </ac:picMkLst>
        </pc:picChg>
      </pc:sldChg>
      <pc:sldChg chg="addSp delSp modSp mod">
        <pc:chgData name="JHEYSON FABIAN VILLAVISAN BUITRAGO" userId="e5ced5c2-d787-455d-b115-4f08a699b8c8" providerId="ADAL" clId="{346ECE53-D0EE-4664-97A2-EE5ED4BD15CE}" dt="2026-02-06T01:16:30.475" v="284" actId="20577"/>
        <pc:sldMkLst>
          <pc:docMk/>
          <pc:sldMk cId="0" sldId="264"/>
        </pc:sldMkLst>
        <pc:spChg chg="add mod">
          <ac:chgData name="JHEYSON FABIAN VILLAVISAN BUITRAGO" userId="e5ced5c2-d787-455d-b115-4f08a699b8c8" providerId="ADAL" clId="{346ECE53-D0EE-4664-97A2-EE5ED4BD15CE}" dt="2026-02-06T01:14:04.839" v="247"/>
          <ac:spMkLst>
            <pc:docMk/>
            <pc:sldMk cId="0" sldId="264"/>
            <ac:spMk id="3" creationId="{2836A00C-DBBD-6DD8-4616-BDA36A22C02D}"/>
          </ac:spMkLst>
        </pc:spChg>
        <pc:spChg chg="del">
          <ac:chgData name="JHEYSON FABIAN VILLAVISAN BUITRAGO" userId="e5ced5c2-d787-455d-b115-4f08a699b8c8" providerId="ADAL" clId="{346ECE53-D0EE-4664-97A2-EE5ED4BD15CE}" dt="2026-02-06T01:14:02.178" v="246" actId="478"/>
          <ac:spMkLst>
            <pc:docMk/>
            <pc:sldMk cId="0" sldId="264"/>
            <ac:spMk id="4" creationId="{C7617C0F-158D-459F-4E31-736B49BD60E6}"/>
          </ac:spMkLst>
        </pc:spChg>
        <pc:spChg chg="mod">
          <ac:chgData name="JHEYSON FABIAN VILLAVISAN BUITRAGO" userId="e5ced5c2-d787-455d-b115-4f08a699b8c8" providerId="ADAL" clId="{346ECE53-D0EE-4664-97A2-EE5ED4BD15CE}" dt="2026-02-06T01:15:42.594" v="261" actId="1076"/>
          <ac:spMkLst>
            <pc:docMk/>
            <pc:sldMk cId="0" sldId="264"/>
            <ac:spMk id="5" creationId="{60701A2C-E982-40EA-9283-15E5825703A1}"/>
          </ac:spMkLst>
        </pc:spChg>
        <pc:spChg chg="add del mod">
          <ac:chgData name="JHEYSON FABIAN VILLAVISAN BUITRAGO" userId="e5ced5c2-d787-455d-b115-4f08a699b8c8" providerId="ADAL" clId="{346ECE53-D0EE-4664-97A2-EE5ED4BD15CE}" dt="2026-02-06T01:14:10.730" v="250" actId="478"/>
          <ac:spMkLst>
            <pc:docMk/>
            <pc:sldMk cId="0" sldId="264"/>
            <ac:spMk id="8" creationId="{BF40B701-5153-05C7-0844-3DD0554E3223}"/>
          </ac:spMkLst>
        </pc:spChg>
        <pc:spChg chg="mod">
          <ac:chgData name="JHEYSON FABIAN VILLAVISAN BUITRAGO" userId="e5ced5c2-d787-455d-b115-4f08a699b8c8" providerId="ADAL" clId="{346ECE53-D0EE-4664-97A2-EE5ED4BD15CE}" dt="2026-02-06T01:14:19.499" v="251" actId="2711"/>
          <ac:spMkLst>
            <pc:docMk/>
            <pc:sldMk cId="0" sldId="264"/>
            <ac:spMk id="9" creationId="{23A3D996-0567-4685-A0EB-B4B9355B6810}"/>
          </ac:spMkLst>
        </pc:spChg>
        <pc:spChg chg="del">
          <ac:chgData name="JHEYSON FABIAN VILLAVISAN BUITRAGO" userId="e5ced5c2-d787-455d-b115-4f08a699b8c8" providerId="ADAL" clId="{346ECE53-D0EE-4664-97A2-EE5ED4BD15CE}" dt="2026-02-06T01:14:08.473" v="249" actId="478"/>
          <ac:spMkLst>
            <pc:docMk/>
            <pc:sldMk cId="0" sldId="264"/>
            <ac:spMk id="13314" creationId="{3D0D465E-F9D6-429E-92A7-0FF16ECD8A8E}"/>
          </ac:spMkLst>
        </pc:spChg>
        <pc:graphicFrameChg chg="mod modGraphic">
          <ac:chgData name="JHEYSON FABIAN VILLAVISAN BUITRAGO" userId="e5ced5c2-d787-455d-b115-4f08a699b8c8" providerId="ADAL" clId="{346ECE53-D0EE-4664-97A2-EE5ED4BD15CE}" dt="2026-02-06T01:16:30.475" v="284" actId="20577"/>
          <ac:graphicFrameMkLst>
            <pc:docMk/>
            <pc:sldMk cId="0" sldId="264"/>
            <ac:graphicFrameMk id="2" creationId="{4F251356-6039-463D-98A3-27BC7A6EC2E7}"/>
          </ac:graphicFrameMkLst>
        </pc:graphicFrameChg>
        <pc:picChg chg="del">
          <ac:chgData name="JHEYSON FABIAN VILLAVISAN BUITRAGO" userId="e5ced5c2-d787-455d-b115-4f08a699b8c8" providerId="ADAL" clId="{346ECE53-D0EE-4664-97A2-EE5ED4BD15CE}" dt="2026-02-06T01:14:06.832" v="248" actId="478"/>
          <ac:picMkLst>
            <pc:docMk/>
            <pc:sldMk cId="0" sldId="264"/>
            <ac:picMk id="6" creationId="{CDC9C00C-F6CF-3FF9-99A9-0C7E86DD0522}"/>
          </ac:picMkLst>
        </pc:picChg>
        <pc:picChg chg="add mod">
          <ac:chgData name="JHEYSON FABIAN VILLAVISAN BUITRAGO" userId="e5ced5c2-d787-455d-b115-4f08a699b8c8" providerId="ADAL" clId="{346ECE53-D0EE-4664-97A2-EE5ED4BD15CE}" dt="2026-02-06T01:15:45.031" v="262"/>
          <ac:picMkLst>
            <pc:docMk/>
            <pc:sldMk cId="0" sldId="264"/>
            <ac:picMk id="10" creationId="{ACE339B4-A904-A03A-53A9-681787D28CE2}"/>
          </ac:picMkLst>
        </pc:picChg>
      </pc:sldChg>
      <pc:sldChg chg="addSp delSp modSp mod">
        <pc:chgData name="JHEYSON FABIAN VILLAVISAN BUITRAGO" userId="e5ced5c2-d787-455d-b115-4f08a699b8c8" providerId="ADAL" clId="{346ECE53-D0EE-4664-97A2-EE5ED4BD15CE}" dt="2026-02-06T01:18:24.741" v="304"/>
        <pc:sldMkLst>
          <pc:docMk/>
          <pc:sldMk cId="0" sldId="265"/>
        </pc:sldMkLst>
        <pc:spChg chg="del">
          <ac:chgData name="JHEYSON FABIAN VILLAVISAN BUITRAGO" userId="e5ced5c2-d787-455d-b115-4f08a699b8c8" providerId="ADAL" clId="{346ECE53-D0EE-4664-97A2-EE5ED4BD15CE}" dt="2026-02-06T01:18:17.306" v="299" actId="478"/>
          <ac:spMkLst>
            <pc:docMk/>
            <pc:sldMk cId="0" sldId="265"/>
            <ac:spMk id="2" creationId="{18FAC94C-F4A6-FFE2-27B4-C80A21A96CEA}"/>
          </ac:spMkLst>
        </pc:spChg>
        <pc:spChg chg="add mod">
          <ac:chgData name="JHEYSON FABIAN VILLAVISAN BUITRAGO" userId="e5ced5c2-d787-455d-b115-4f08a699b8c8" providerId="ADAL" clId="{346ECE53-D0EE-4664-97A2-EE5ED4BD15CE}" dt="2026-02-06T01:18:17.540" v="300"/>
          <ac:spMkLst>
            <pc:docMk/>
            <pc:sldMk cId="0" sldId="265"/>
            <ac:spMk id="3" creationId="{EF5CA83E-DBB3-CB77-7175-9632EE39F0D1}"/>
          </ac:spMkLst>
        </pc:spChg>
        <pc:spChg chg="add del mod">
          <ac:chgData name="JHEYSON FABIAN VILLAVISAN BUITRAGO" userId="e5ced5c2-d787-455d-b115-4f08a699b8c8" providerId="ADAL" clId="{346ECE53-D0EE-4664-97A2-EE5ED4BD15CE}" dt="2026-02-06T01:18:22.226" v="303" actId="478"/>
          <ac:spMkLst>
            <pc:docMk/>
            <pc:sldMk cId="0" sldId="265"/>
            <ac:spMk id="6" creationId="{0B22E978-1AEB-3A5B-F08E-11AF289A0B8A}"/>
          </ac:spMkLst>
        </pc:spChg>
        <pc:spChg chg="del">
          <ac:chgData name="JHEYSON FABIAN VILLAVISAN BUITRAGO" userId="e5ced5c2-d787-455d-b115-4f08a699b8c8" providerId="ADAL" clId="{346ECE53-D0EE-4664-97A2-EE5ED4BD15CE}" dt="2026-02-06T01:18:20.356" v="302" actId="478"/>
          <ac:spMkLst>
            <pc:docMk/>
            <pc:sldMk cId="0" sldId="265"/>
            <ac:spMk id="15362" creationId="{9BC34425-A357-487C-8A17-FF92756F9F1C}"/>
          </ac:spMkLst>
        </pc:spChg>
        <pc:spChg chg="mod">
          <ac:chgData name="JHEYSON FABIAN VILLAVISAN BUITRAGO" userId="e5ced5c2-d787-455d-b115-4f08a699b8c8" providerId="ADAL" clId="{346ECE53-D0EE-4664-97A2-EE5ED4BD15CE}" dt="2026-02-06T01:17:59.219" v="298" actId="20577"/>
          <ac:spMkLst>
            <pc:docMk/>
            <pc:sldMk cId="0" sldId="265"/>
            <ac:spMk id="15365" creationId="{C4B69D28-4FBD-40E4-8F16-AD35B0740DDD}"/>
          </ac:spMkLst>
        </pc:spChg>
        <pc:picChg chg="del">
          <ac:chgData name="JHEYSON FABIAN VILLAVISAN BUITRAGO" userId="e5ced5c2-d787-455d-b115-4f08a699b8c8" providerId="ADAL" clId="{346ECE53-D0EE-4664-97A2-EE5ED4BD15CE}" dt="2026-02-06T01:18:19.130" v="301" actId="478"/>
          <ac:picMkLst>
            <pc:docMk/>
            <pc:sldMk cId="0" sldId="265"/>
            <ac:picMk id="4" creationId="{0492F8D3-8695-1514-13E9-60C88618EEC7}"/>
          </ac:picMkLst>
        </pc:picChg>
        <pc:picChg chg="add mod">
          <ac:chgData name="JHEYSON FABIAN VILLAVISAN BUITRAGO" userId="e5ced5c2-d787-455d-b115-4f08a699b8c8" providerId="ADAL" clId="{346ECE53-D0EE-4664-97A2-EE5ED4BD15CE}" dt="2026-02-06T01:18:24.741" v="304"/>
          <ac:picMkLst>
            <pc:docMk/>
            <pc:sldMk cId="0" sldId="265"/>
            <ac:picMk id="7" creationId="{062844AC-1DC3-2A77-CD73-503F37000757}"/>
          </ac:picMkLst>
        </pc:picChg>
      </pc:sldChg>
      <pc:sldChg chg="del">
        <pc:chgData name="JHEYSON FABIAN VILLAVISAN BUITRAGO" userId="e5ced5c2-d787-455d-b115-4f08a699b8c8" providerId="ADAL" clId="{346ECE53-D0EE-4664-97A2-EE5ED4BD15CE}" dt="2026-02-06T01:18:31.514" v="305" actId="2696"/>
        <pc:sldMkLst>
          <pc:docMk/>
          <pc:sldMk cId="0" sldId="266"/>
        </pc:sldMkLst>
      </pc:sldChg>
      <pc:sldChg chg="addSp delSp modSp mod">
        <pc:chgData name="JHEYSON FABIAN VILLAVISAN BUITRAGO" userId="e5ced5c2-d787-455d-b115-4f08a699b8c8" providerId="ADAL" clId="{346ECE53-D0EE-4664-97A2-EE5ED4BD15CE}" dt="2026-02-06T00:51:27.131" v="171" actId="20577"/>
        <pc:sldMkLst>
          <pc:docMk/>
          <pc:sldMk cId="2505371292" sldId="270"/>
        </pc:sldMkLst>
        <pc:spChg chg="del">
          <ac:chgData name="JHEYSON FABIAN VILLAVISAN BUITRAGO" userId="e5ced5c2-d787-455d-b115-4f08a699b8c8" providerId="ADAL" clId="{346ECE53-D0EE-4664-97A2-EE5ED4BD15CE}" dt="2026-02-06T00:30:47.801" v="102" actId="478"/>
          <ac:spMkLst>
            <pc:docMk/>
            <pc:sldMk cId="2505371292" sldId="270"/>
            <ac:spMk id="6" creationId="{6A35285C-4584-C88E-3DB1-2B353E8F42CF}"/>
          </ac:spMkLst>
        </pc:spChg>
        <pc:spChg chg="del">
          <ac:chgData name="JHEYSON FABIAN VILLAVISAN BUITRAGO" userId="e5ced5c2-d787-455d-b115-4f08a699b8c8" providerId="ADAL" clId="{346ECE53-D0EE-4664-97A2-EE5ED4BD15CE}" dt="2026-02-06T00:31:06.397" v="107" actId="478"/>
          <ac:spMkLst>
            <pc:docMk/>
            <pc:sldMk cId="2505371292" sldId="270"/>
            <ac:spMk id="7" creationId="{EBDE2FDF-A2BB-4F17-99CB-0B213EF4BAA4}"/>
          </ac:spMkLst>
        </pc:spChg>
        <pc:spChg chg="add del mod">
          <ac:chgData name="JHEYSON FABIAN VILLAVISAN BUITRAGO" userId="e5ced5c2-d787-455d-b115-4f08a699b8c8" providerId="ADAL" clId="{346ECE53-D0EE-4664-97A2-EE5ED4BD15CE}" dt="2026-02-06T00:31:04.364" v="106" actId="478"/>
          <ac:spMkLst>
            <pc:docMk/>
            <pc:sldMk cId="2505371292" sldId="270"/>
            <ac:spMk id="8" creationId="{38F68196-66BD-8EAC-E974-A22CC850FDC9}"/>
          </ac:spMkLst>
        </pc:spChg>
        <pc:spChg chg="add mod">
          <ac:chgData name="JHEYSON FABIAN VILLAVISAN BUITRAGO" userId="e5ced5c2-d787-455d-b115-4f08a699b8c8" providerId="ADAL" clId="{346ECE53-D0EE-4664-97A2-EE5ED4BD15CE}" dt="2026-02-06T00:44:39.933" v="148" actId="20577"/>
          <ac:spMkLst>
            <pc:docMk/>
            <pc:sldMk cId="2505371292" sldId="270"/>
            <ac:spMk id="10" creationId="{392F0995-7D30-647B-6A93-DCFB6EC4947A}"/>
          </ac:spMkLst>
        </pc:spChg>
        <pc:spChg chg="add mod">
          <ac:chgData name="JHEYSON FABIAN VILLAVISAN BUITRAGO" userId="e5ced5c2-d787-455d-b115-4f08a699b8c8" providerId="ADAL" clId="{346ECE53-D0EE-4664-97A2-EE5ED4BD15CE}" dt="2026-02-06T00:31:21.163" v="109"/>
          <ac:spMkLst>
            <pc:docMk/>
            <pc:sldMk cId="2505371292" sldId="270"/>
            <ac:spMk id="13" creationId="{9E067AF7-F9F5-A477-63D9-CE61320417FF}"/>
          </ac:spMkLst>
        </pc:spChg>
        <pc:spChg chg="del">
          <ac:chgData name="JHEYSON FABIAN VILLAVISAN BUITRAGO" userId="e5ced5c2-d787-455d-b115-4f08a699b8c8" providerId="ADAL" clId="{346ECE53-D0EE-4664-97A2-EE5ED4BD15CE}" dt="2026-02-06T00:30:49.831" v="104" actId="478"/>
          <ac:spMkLst>
            <pc:docMk/>
            <pc:sldMk cId="2505371292" sldId="270"/>
            <ac:spMk id="11266" creationId="{74AD047A-E86C-4E92-874D-BAA043AB0B46}"/>
          </ac:spMkLst>
        </pc:spChg>
        <pc:graphicFrameChg chg="del">
          <ac:chgData name="JHEYSON FABIAN VILLAVISAN BUITRAGO" userId="e5ced5c2-d787-455d-b115-4f08a699b8c8" providerId="ADAL" clId="{346ECE53-D0EE-4664-97A2-EE5ED4BD15CE}" dt="2026-02-06T00:31:03.502" v="105" actId="478"/>
          <ac:graphicFrameMkLst>
            <pc:docMk/>
            <pc:sldMk cId="2505371292" sldId="270"/>
            <ac:graphicFrameMk id="2" creationId="{BFAD80C6-663E-42AD-A6EE-0E699E7C415E}"/>
          </ac:graphicFrameMkLst>
        </pc:graphicFrameChg>
        <pc:graphicFrameChg chg="add mod modGraphic">
          <ac:chgData name="JHEYSON FABIAN VILLAVISAN BUITRAGO" userId="e5ced5c2-d787-455d-b115-4f08a699b8c8" providerId="ADAL" clId="{346ECE53-D0EE-4664-97A2-EE5ED4BD15CE}" dt="2026-02-06T00:51:27.131" v="171" actId="20577"/>
          <ac:graphicFrameMkLst>
            <pc:docMk/>
            <pc:sldMk cId="2505371292" sldId="270"/>
            <ac:graphicFrameMk id="9" creationId="{01F639CE-B8DA-BFA1-1429-D4C856160702}"/>
          </ac:graphicFrameMkLst>
        </pc:graphicFrameChg>
        <pc:graphicFrameChg chg="add mod">
          <ac:chgData name="JHEYSON FABIAN VILLAVISAN BUITRAGO" userId="e5ced5c2-d787-455d-b115-4f08a699b8c8" providerId="ADAL" clId="{346ECE53-D0EE-4664-97A2-EE5ED4BD15CE}" dt="2026-02-06T00:31:21.163" v="109"/>
          <ac:graphicFrameMkLst>
            <pc:docMk/>
            <pc:sldMk cId="2505371292" sldId="270"/>
            <ac:graphicFrameMk id="12" creationId="{57AA147A-F36E-1B94-E8CD-607E5561C02E}"/>
          </ac:graphicFrameMkLst>
        </pc:graphicFrameChg>
        <pc:picChg chg="del">
          <ac:chgData name="JHEYSON FABIAN VILLAVISAN BUITRAGO" userId="e5ced5c2-d787-455d-b115-4f08a699b8c8" providerId="ADAL" clId="{346ECE53-D0EE-4664-97A2-EE5ED4BD15CE}" dt="2026-02-06T00:30:48.678" v="103" actId="478"/>
          <ac:picMkLst>
            <pc:docMk/>
            <pc:sldMk cId="2505371292" sldId="270"/>
            <ac:picMk id="4" creationId="{F6C827CA-8E86-44AB-5043-B6D399FFB89D}"/>
          </ac:picMkLst>
        </pc:picChg>
        <pc:picChg chg="del">
          <ac:chgData name="JHEYSON FABIAN VILLAVISAN BUITRAGO" userId="e5ced5c2-d787-455d-b115-4f08a699b8c8" providerId="ADAL" clId="{346ECE53-D0EE-4664-97A2-EE5ED4BD15CE}" dt="2026-02-06T00:31:06.993" v="108" actId="478"/>
          <ac:picMkLst>
            <pc:docMk/>
            <pc:sldMk cId="2505371292" sldId="270"/>
            <ac:picMk id="5" creationId="{1899E821-BA25-479E-8251-85A0B7E2533D}"/>
          </ac:picMkLst>
        </pc:picChg>
        <pc:picChg chg="add mod">
          <ac:chgData name="JHEYSON FABIAN VILLAVISAN BUITRAGO" userId="e5ced5c2-d787-455d-b115-4f08a699b8c8" providerId="ADAL" clId="{346ECE53-D0EE-4664-97A2-EE5ED4BD15CE}" dt="2026-02-06T00:31:21.163" v="109"/>
          <ac:picMkLst>
            <pc:docMk/>
            <pc:sldMk cId="2505371292" sldId="270"/>
            <ac:picMk id="11" creationId="{82285100-3F00-D98C-2BC1-541D8697A07B}"/>
          </ac:picMkLst>
        </pc:picChg>
      </pc:sldChg>
      <pc:sldChg chg="addSp delSp modSp mod">
        <pc:chgData name="JHEYSON FABIAN VILLAVISAN BUITRAGO" userId="e5ced5c2-d787-455d-b115-4f08a699b8c8" providerId="ADAL" clId="{346ECE53-D0EE-4664-97A2-EE5ED4BD15CE}" dt="2026-02-06T01:19:47.415" v="330"/>
        <pc:sldMkLst>
          <pc:docMk/>
          <pc:sldMk cId="3709177429" sldId="274"/>
        </pc:sldMkLst>
        <pc:spChg chg="mod">
          <ac:chgData name="JHEYSON FABIAN VILLAVISAN BUITRAGO" userId="e5ced5c2-d787-455d-b115-4f08a699b8c8" providerId="ADAL" clId="{346ECE53-D0EE-4664-97A2-EE5ED4BD15CE}" dt="2026-02-06T00:22:27.571" v="11" actId="2711"/>
          <ac:spMkLst>
            <pc:docMk/>
            <pc:sldMk cId="3709177429" sldId="274"/>
            <ac:spMk id="2" creationId="{FB1B6180-BCA0-4F51-9F68-9E5BAB8A4FDC}"/>
          </ac:spMkLst>
        </pc:spChg>
        <pc:spChg chg="mod">
          <ac:chgData name="JHEYSON FABIAN VILLAVISAN BUITRAGO" userId="e5ced5c2-d787-455d-b115-4f08a699b8c8" providerId="ADAL" clId="{346ECE53-D0EE-4664-97A2-EE5ED4BD15CE}" dt="2026-02-06T01:19:47.415" v="330"/>
          <ac:spMkLst>
            <pc:docMk/>
            <pc:sldMk cId="3709177429" sldId="274"/>
            <ac:spMk id="3" creationId="{4F1F9CC3-49B8-41A8-9878-3805D57595F8}"/>
          </ac:spMkLst>
        </pc:spChg>
        <pc:spChg chg="mod">
          <ac:chgData name="JHEYSON FABIAN VILLAVISAN BUITRAGO" userId="e5ced5c2-d787-455d-b115-4f08a699b8c8" providerId="ADAL" clId="{346ECE53-D0EE-4664-97A2-EE5ED4BD15CE}" dt="2026-02-06T00:23:39.940" v="22" actId="14100"/>
          <ac:spMkLst>
            <pc:docMk/>
            <pc:sldMk cId="3709177429" sldId="274"/>
            <ac:spMk id="4" creationId="{2C7E43D4-8286-4BEE-907B-3A35AE701C90}"/>
          </ac:spMkLst>
        </pc:spChg>
        <pc:spChg chg="del">
          <ac:chgData name="JHEYSON FABIAN VILLAVISAN BUITRAGO" userId="e5ced5c2-d787-455d-b115-4f08a699b8c8" providerId="ADAL" clId="{346ECE53-D0EE-4664-97A2-EE5ED4BD15CE}" dt="2026-02-06T00:21:54.858" v="10" actId="478"/>
          <ac:spMkLst>
            <pc:docMk/>
            <pc:sldMk cId="3709177429" sldId="274"/>
            <ac:spMk id="5" creationId="{83E1B4D8-655A-285D-2DF3-8CAEDFEE856D}"/>
          </ac:spMkLst>
        </pc:spChg>
        <pc:spChg chg="del">
          <ac:chgData name="JHEYSON FABIAN VILLAVISAN BUITRAGO" userId="e5ced5c2-d787-455d-b115-4f08a699b8c8" providerId="ADAL" clId="{346ECE53-D0EE-4664-97A2-EE5ED4BD15CE}" dt="2026-02-06T00:21:44.666" v="6" actId="478"/>
          <ac:spMkLst>
            <pc:docMk/>
            <pc:sldMk cId="3709177429" sldId="274"/>
            <ac:spMk id="7" creationId="{A7A09A9F-1E5B-1C7B-6645-3514695C903A}"/>
          </ac:spMkLst>
        </pc:spChg>
        <pc:spChg chg="add del mod">
          <ac:chgData name="JHEYSON FABIAN VILLAVISAN BUITRAGO" userId="e5ced5c2-d787-455d-b115-4f08a699b8c8" providerId="ADAL" clId="{346ECE53-D0EE-4664-97A2-EE5ED4BD15CE}" dt="2026-02-06T00:22:53.504" v="14" actId="478"/>
          <ac:spMkLst>
            <pc:docMk/>
            <pc:sldMk cId="3709177429" sldId="274"/>
            <ac:spMk id="10" creationId="{3026A246-17EE-48C2-4C25-0C75DC46909C}"/>
          </ac:spMkLst>
        </pc:spChg>
        <pc:spChg chg="add del mod">
          <ac:chgData name="JHEYSON FABIAN VILLAVISAN BUITRAGO" userId="e5ced5c2-d787-455d-b115-4f08a699b8c8" providerId="ADAL" clId="{346ECE53-D0EE-4664-97A2-EE5ED4BD15CE}" dt="2026-02-06T00:24:47.737" v="23" actId="21"/>
          <ac:spMkLst>
            <pc:docMk/>
            <pc:sldMk cId="3709177429" sldId="274"/>
            <ac:spMk id="11" creationId="{BE58EC27-0B47-3255-4B30-2976FC547EBB}"/>
          </ac:spMkLst>
        </pc:spChg>
        <pc:spChg chg="add mod">
          <ac:chgData name="JHEYSON FABIAN VILLAVISAN BUITRAGO" userId="e5ced5c2-d787-455d-b115-4f08a699b8c8" providerId="ADAL" clId="{346ECE53-D0EE-4664-97A2-EE5ED4BD15CE}" dt="2026-02-06T01:05:38.594" v="242"/>
          <ac:spMkLst>
            <pc:docMk/>
            <pc:sldMk cId="3709177429" sldId="274"/>
            <ac:spMk id="13" creationId="{7D343D76-8CF5-A84F-2888-5E810A1D2302}"/>
          </ac:spMkLst>
        </pc:spChg>
        <pc:picChg chg="add del mod">
          <ac:chgData name="JHEYSON FABIAN VILLAVISAN BUITRAGO" userId="e5ced5c2-d787-455d-b115-4f08a699b8c8" providerId="ADAL" clId="{346ECE53-D0EE-4664-97A2-EE5ED4BD15CE}" dt="2026-02-06T00:24:52.534" v="26" actId="21"/>
          <ac:picMkLst>
            <pc:docMk/>
            <pc:sldMk cId="3709177429" sldId="274"/>
            <ac:picMk id="8" creationId="{58DA4A2F-B77E-0C56-CFEB-AC9F87977896}"/>
          </ac:picMkLst>
        </pc:picChg>
        <pc:picChg chg="add mod">
          <ac:chgData name="JHEYSON FABIAN VILLAVISAN BUITRAGO" userId="e5ced5c2-d787-455d-b115-4f08a699b8c8" providerId="ADAL" clId="{346ECE53-D0EE-4664-97A2-EE5ED4BD15CE}" dt="2026-02-06T01:05:34.972" v="241"/>
          <ac:picMkLst>
            <pc:docMk/>
            <pc:sldMk cId="3709177429" sldId="274"/>
            <ac:picMk id="12" creationId="{8B25A2BB-4D3D-0D1A-3EDC-BF087705450A}"/>
          </ac:picMkLst>
        </pc:picChg>
        <pc:picChg chg="del">
          <ac:chgData name="JHEYSON FABIAN VILLAVISAN BUITRAGO" userId="e5ced5c2-d787-455d-b115-4f08a699b8c8" providerId="ADAL" clId="{346ECE53-D0EE-4664-97A2-EE5ED4BD15CE}" dt="2026-02-06T00:21:49.927" v="8" actId="478"/>
          <ac:picMkLst>
            <pc:docMk/>
            <pc:sldMk cId="3709177429" sldId="274"/>
            <ac:picMk id="14" creationId="{EC83F540-C4A2-EE56-0418-B8CD7CA17275}"/>
          </ac:picMkLst>
        </pc:picChg>
      </pc:sldChg>
      <pc:sldChg chg="addSp delSp modSp mod">
        <pc:chgData name="JHEYSON FABIAN VILLAVISAN BUITRAGO" userId="e5ced5c2-d787-455d-b115-4f08a699b8c8" providerId="ADAL" clId="{346ECE53-D0EE-4664-97A2-EE5ED4BD15CE}" dt="2026-02-06T01:19:04.798" v="317"/>
        <pc:sldMkLst>
          <pc:docMk/>
          <pc:sldMk cId="2680639377" sldId="275"/>
        </pc:sldMkLst>
        <pc:spChg chg="del">
          <ac:chgData name="JHEYSON FABIAN VILLAVISAN BUITRAGO" userId="e5ced5c2-d787-455d-b115-4f08a699b8c8" providerId="ADAL" clId="{346ECE53-D0EE-4664-97A2-EE5ED4BD15CE}" dt="2026-02-06T01:18:51.151" v="310" actId="478"/>
          <ac:spMkLst>
            <pc:docMk/>
            <pc:sldMk cId="2680639377" sldId="275"/>
            <ac:spMk id="2" creationId="{9BF1018C-03D4-8824-6C38-503F69108296}"/>
          </ac:spMkLst>
        </pc:spChg>
        <pc:spChg chg="add del mod">
          <ac:chgData name="JHEYSON FABIAN VILLAVISAN BUITRAGO" userId="e5ced5c2-d787-455d-b115-4f08a699b8c8" providerId="ADAL" clId="{346ECE53-D0EE-4664-97A2-EE5ED4BD15CE}" dt="2026-02-06T01:18:58.917" v="315" actId="478"/>
          <ac:spMkLst>
            <pc:docMk/>
            <pc:sldMk cId="2680639377" sldId="275"/>
            <ac:spMk id="5" creationId="{0C018B3B-B2BB-A612-C951-35C9C07186E0}"/>
          </ac:spMkLst>
        </pc:spChg>
        <pc:spChg chg="add mod">
          <ac:chgData name="JHEYSON FABIAN VILLAVISAN BUITRAGO" userId="e5ced5c2-d787-455d-b115-4f08a699b8c8" providerId="ADAL" clId="{346ECE53-D0EE-4664-97A2-EE5ED4BD15CE}" dt="2026-02-06T01:19:02.429" v="316"/>
          <ac:spMkLst>
            <pc:docMk/>
            <pc:sldMk cId="2680639377" sldId="275"/>
            <ac:spMk id="6" creationId="{F4430F9C-6DFE-0199-6B6C-2C1FA5DD157F}"/>
          </ac:spMkLst>
        </pc:spChg>
        <pc:spChg chg="add del">
          <ac:chgData name="JHEYSON FABIAN VILLAVISAN BUITRAGO" userId="e5ced5c2-d787-455d-b115-4f08a699b8c8" providerId="ADAL" clId="{346ECE53-D0EE-4664-97A2-EE5ED4BD15CE}" dt="2026-02-06T01:18:57.486" v="314" actId="478"/>
          <ac:spMkLst>
            <pc:docMk/>
            <pc:sldMk cId="2680639377" sldId="275"/>
            <ac:spMk id="9" creationId="{1DF9086F-7804-4245-BF66-46E11D73F05F}"/>
          </ac:spMkLst>
        </pc:spChg>
        <pc:spChg chg="del">
          <ac:chgData name="JHEYSON FABIAN VILLAVISAN BUITRAGO" userId="e5ced5c2-d787-455d-b115-4f08a699b8c8" providerId="ADAL" clId="{346ECE53-D0EE-4664-97A2-EE5ED4BD15CE}" dt="2026-02-06T01:18:53.177" v="312" actId="478"/>
          <ac:spMkLst>
            <pc:docMk/>
            <pc:sldMk cId="2680639377" sldId="275"/>
            <ac:spMk id="17410" creationId="{B3EF008C-EFA0-44F3-951B-EB1557F44ACC}"/>
          </ac:spMkLst>
        </pc:spChg>
        <pc:picChg chg="del">
          <ac:chgData name="JHEYSON FABIAN VILLAVISAN BUITRAGO" userId="e5ced5c2-d787-455d-b115-4f08a699b8c8" providerId="ADAL" clId="{346ECE53-D0EE-4664-97A2-EE5ED4BD15CE}" dt="2026-02-06T01:18:52.186" v="311" actId="478"/>
          <ac:picMkLst>
            <pc:docMk/>
            <pc:sldMk cId="2680639377" sldId="275"/>
            <ac:picMk id="4" creationId="{89214FA2-B47E-E872-9EFA-9C590852C48C}"/>
          </ac:picMkLst>
        </pc:picChg>
        <pc:picChg chg="add mod">
          <ac:chgData name="JHEYSON FABIAN VILLAVISAN BUITRAGO" userId="e5ced5c2-d787-455d-b115-4f08a699b8c8" providerId="ADAL" clId="{346ECE53-D0EE-4664-97A2-EE5ED4BD15CE}" dt="2026-02-06T01:19:04.798" v="317"/>
          <ac:picMkLst>
            <pc:docMk/>
            <pc:sldMk cId="2680639377" sldId="275"/>
            <ac:picMk id="7" creationId="{AE15FA46-73F9-1CBF-3431-74732AE4616D}"/>
          </ac:picMkLst>
        </pc:picChg>
      </pc:sldChg>
      <pc:sldChg chg="addSp delSp modSp mod">
        <pc:chgData name="JHEYSON FABIAN VILLAVISAN BUITRAGO" userId="e5ced5c2-d787-455d-b115-4f08a699b8c8" providerId="ADAL" clId="{346ECE53-D0EE-4664-97A2-EE5ED4BD15CE}" dt="2026-02-06T01:24:52.328" v="342" actId="1076"/>
        <pc:sldMkLst>
          <pc:docMk/>
          <pc:sldMk cId="1955606898" sldId="277"/>
        </pc:sldMkLst>
        <pc:spChg chg="del">
          <ac:chgData name="JHEYSON FABIAN VILLAVISAN BUITRAGO" userId="e5ced5c2-d787-455d-b115-4f08a699b8c8" providerId="ADAL" clId="{346ECE53-D0EE-4664-97A2-EE5ED4BD15CE}" dt="2026-02-06T01:19:11.421" v="318" actId="478"/>
          <ac:spMkLst>
            <pc:docMk/>
            <pc:sldMk cId="1955606898" sldId="277"/>
            <ac:spMk id="2" creationId="{2352E6F0-203A-4375-B3DE-872ABE1D9FBE}"/>
          </ac:spMkLst>
        </pc:spChg>
        <pc:spChg chg="add mod">
          <ac:chgData name="JHEYSON FABIAN VILLAVISAN BUITRAGO" userId="e5ced5c2-d787-455d-b115-4f08a699b8c8" providerId="ADAL" clId="{346ECE53-D0EE-4664-97A2-EE5ED4BD15CE}" dt="2026-02-06T01:19:12.322" v="319"/>
          <ac:spMkLst>
            <pc:docMk/>
            <pc:sldMk cId="1955606898" sldId="277"/>
            <ac:spMk id="3" creationId="{67B35DA3-2B51-18DE-FA01-631BDA0B95F7}"/>
          </ac:spMkLst>
        </pc:spChg>
        <pc:spChg chg="add mod">
          <ac:chgData name="JHEYSON FABIAN VILLAVISAN BUITRAGO" userId="e5ced5c2-d787-455d-b115-4f08a699b8c8" providerId="ADAL" clId="{346ECE53-D0EE-4664-97A2-EE5ED4BD15CE}" dt="2026-02-06T01:24:52.328" v="342" actId="1076"/>
          <ac:spMkLst>
            <pc:docMk/>
            <pc:sldMk cId="1955606898" sldId="277"/>
            <ac:spMk id="4" creationId="{7530B2EE-9356-9A71-F076-D076DBE4F79F}"/>
          </ac:spMkLst>
        </pc:spChg>
        <pc:spChg chg="add del mod">
          <ac:chgData name="JHEYSON FABIAN VILLAVISAN BUITRAGO" userId="e5ced5c2-d787-455d-b115-4f08a699b8c8" providerId="ADAL" clId="{346ECE53-D0EE-4664-97A2-EE5ED4BD15CE}" dt="2026-02-06T01:19:17.027" v="322" actId="478"/>
          <ac:spMkLst>
            <pc:docMk/>
            <pc:sldMk cId="1955606898" sldId="277"/>
            <ac:spMk id="5" creationId="{331E5EA5-A747-B920-20B7-09C8BA3BFCA0}"/>
          </ac:spMkLst>
        </pc:spChg>
        <pc:spChg chg="del mod">
          <ac:chgData name="JHEYSON FABIAN VILLAVISAN BUITRAGO" userId="e5ced5c2-d787-455d-b115-4f08a699b8c8" providerId="ADAL" clId="{346ECE53-D0EE-4664-97A2-EE5ED4BD15CE}" dt="2026-02-06T01:14:59.969" v="257" actId="478"/>
          <ac:spMkLst>
            <pc:docMk/>
            <pc:sldMk cId="1955606898" sldId="277"/>
            <ac:spMk id="12" creationId="{B4336C17-6123-3859-97BF-FC6F99A43B32}"/>
          </ac:spMkLst>
        </pc:spChg>
        <pc:spChg chg="del">
          <ac:chgData name="JHEYSON FABIAN VILLAVISAN BUITRAGO" userId="e5ced5c2-d787-455d-b115-4f08a699b8c8" providerId="ADAL" clId="{346ECE53-D0EE-4664-97A2-EE5ED4BD15CE}" dt="2026-02-06T01:18:42.836" v="307" actId="478"/>
          <ac:spMkLst>
            <pc:docMk/>
            <pc:sldMk cId="1955606898" sldId="277"/>
            <ac:spMk id="14" creationId="{431C44E4-329E-7FEC-B9B3-CC9F71252532}"/>
          </ac:spMkLst>
        </pc:spChg>
        <pc:spChg chg="mod">
          <ac:chgData name="JHEYSON FABIAN VILLAVISAN BUITRAGO" userId="e5ced5c2-d787-455d-b115-4f08a699b8c8" providerId="ADAL" clId="{346ECE53-D0EE-4664-97A2-EE5ED4BD15CE}" dt="2026-02-06T01:19:27.386" v="324" actId="1076"/>
          <ac:spMkLst>
            <pc:docMk/>
            <pc:sldMk cId="1955606898" sldId="277"/>
            <ac:spMk id="16" creationId="{F0D65330-7419-4333-9764-E4292B375DC3}"/>
          </ac:spMkLst>
        </pc:spChg>
        <pc:spChg chg="del">
          <ac:chgData name="JHEYSON FABIAN VILLAVISAN BUITRAGO" userId="e5ced5c2-d787-455d-b115-4f08a699b8c8" providerId="ADAL" clId="{346ECE53-D0EE-4664-97A2-EE5ED4BD15CE}" dt="2026-02-06T01:19:15.153" v="321" actId="478"/>
          <ac:spMkLst>
            <pc:docMk/>
            <pc:sldMk cId="1955606898" sldId="277"/>
            <ac:spMk id="21506" creationId="{974AAA16-E8D7-47E1-ABBC-3CB9C4D3BD82}"/>
          </ac:spMkLst>
        </pc:spChg>
        <pc:picChg chg="del">
          <ac:chgData name="JHEYSON FABIAN VILLAVISAN BUITRAGO" userId="e5ced5c2-d787-455d-b115-4f08a699b8c8" providerId="ADAL" clId="{346ECE53-D0EE-4664-97A2-EE5ED4BD15CE}" dt="2026-02-06T01:19:14.019" v="320" actId="478"/>
          <ac:picMkLst>
            <pc:docMk/>
            <pc:sldMk cId="1955606898" sldId="277"/>
            <ac:picMk id="8" creationId="{210EE14A-117F-9A30-02AB-B3C873C8089F}"/>
          </ac:picMkLst>
        </pc:picChg>
        <pc:picChg chg="add mod">
          <ac:chgData name="JHEYSON FABIAN VILLAVISAN BUITRAGO" userId="e5ced5c2-d787-455d-b115-4f08a699b8c8" providerId="ADAL" clId="{346ECE53-D0EE-4664-97A2-EE5ED4BD15CE}" dt="2026-02-06T01:19:19.600" v="323"/>
          <ac:picMkLst>
            <pc:docMk/>
            <pc:sldMk cId="1955606898" sldId="277"/>
            <ac:picMk id="10" creationId="{687C4BC3-EA1E-F97A-7D3F-6BDE36474B9E}"/>
          </ac:picMkLst>
        </pc:picChg>
        <pc:picChg chg="del">
          <ac:chgData name="JHEYSON FABIAN VILLAVISAN BUITRAGO" userId="e5ced5c2-d787-455d-b115-4f08a699b8c8" providerId="ADAL" clId="{346ECE53-D0EE-4664-97A2-EE5ED4BD15CE}" dt="2026-02-06T01:18:40.758" v="306" actId="478"/>
          <ac:picMkLst>
            <pc:docMk/>
            <pc:sldMk cId="1955606898" sldId="277"/>
            <ac:picMk id="11" creationId="{E8470154-AC7E-B448-6D58-E30DC77C6DF1}"/>
          </ac:picMkLst>
        </pc:picChg>
        <pc:picChg chg="mod">
          <ac:chgData name="JHEYSON FABIAN VILLAVISAN BUITRAGO" userId="e5ced5c2-d787-455d-b115-4f08a699b8c8" providerId="ADAL" clId="{346ECE53-D0EE-4664-97A2-EE5ED4BD15CE}" dt="2026-02-06T01:19:27.386" v="324" actId="1076"/>
          <ac:picMkLst>
            <pc:docMk/>
            <pc:sldMk cId="1955606898" sldId="277"/>
            <ac:picMk id="2056" creationId="{075C7F64-CBA7-4977-AB8B-1D5229822556}"/>
          </ac:picMkLst>
        </pc:picChg>
      </pc:sldChg>
      <pc:sldChg chg="addSp delSp modSp mod">
        <pc:chgData name="JHEYSON FABIAN VILLAVISAN BUITRAGO" userId="e5ced5c2-d787-455d-b115-4f08a699b8c8" providerId="ADAL" clId="{346ECE53-D0EE-4664-97A2-EE5ED4BD15CE}" dt="2026-02-06T01:01:05.727" v="189" actId="20577"/>
        <pc:sldMkLst>
          <pc:docMk/>
          <pc:sldMk cId="214171354" sldId="278"/>
        </pc:sldMkLst>
        <pc:spChg chg="del">
          <ac:chgData name="JHEYSON FABIAN VILLAVISAN BUITRAGO" userId="e5ced5c2-d787-455d-b115-4f08a699b8c8" providerId="ADAL" clId="{346ECE53-D0EE-4664-97A2-EE5ED4BD15CE}" dt="2026-02-06T00:24:49.932" v="24" actId="478"/>
          <ac:spMkLst>
            <pc:docMk/>
            <pc:sldMk cId="214171354" sldId="278"/>
            <ac:spMk id="5" creationId="{A637150C-75F5-F9B2-032A-3A8DB5B93314}"/>
          </ac:spMkLst>
        </pc:spChg>
        <pc:spChg chg="add del mod">
          <ac:chgData name="JHEYSON FABIAN VILLAVISAN BUITRAGO" userId="e5ced5c2-d787-455d-b115-4f08a699b8c8" providerId="ADAL" clId="{346ECE53-D0EE-4664-97A2-EE5ED4BD15CE}" dt="2026-02-06T00:24:59.023" v="30" actId="478"/>
          <ac:spMkLst>
            <pc:docMk/>
            <pc:sldMk cId="214171354" sldId="278"/>
            <ac:spMk id="6" creationId="{06E3D3C6-0797-FC9C-F2F6-A9678A202CD4}"/>
          </ac:spMkLst>
        </pc:spChg>
        <pc:spChg chg="mod">
          <ac:chgData name="JHEYSON FABIAN VILLAVISAN BUITRAGO" userId="e5ced5c2-d787-455d-b115-4f08a699b8c8" providerId="ADAL" clId="{346ECE53-D0EE-4664-97A2-EE5ED4BD15CE}" dt="2026-02-06T00:25:03.742" v="31" actId="2711"/>
          <ac:spMkLst>
            <pc:docMk/>
            <pc:sldMk cId="214171354" sldId="278"/>
            <ac:spMk id="9" creationId="{1DF9086F-7804-4245-BF66-46E11D73F05F}"/>
          </ac:spMkLst>
        </pc:spChg>
        <pc:spChg chg="add mod">
          <ac:chgData name="JHEYSON FABIAN VILLAVISAN BUITRAGO" userId="e5ced5c2-d787-455d-b115-4f08a699b8c8" providerId="ADAL" clId="{346ECE53-D0EE-4664-97A2-EE5ED4BD15CE}" dt="2026-02-06T00:24:50.218" v="25"/>
          <ac:spMkLst>
            <pc:docMk/>
            <pc:sldMk cId="214171354" sldId="278"/>
            <ac:spMk id="11" creationId="{BE58EC27-0B47-3255-4B30-2976FC547EBB}"/>
          </ac:spMkLst>
        </pc:spChg>
        <pc:spChg chg="mod">
          <ac:chgData name="JHEYSON FABIAN VILLAVISAN BUITRAGO" userId="e5ced5c2-d787-455d-b115-4f08a699b8c8" providerId="ADAL" clId="{346ECE53-D0EE-4664-97A2-EE5ED4BD15CE}" dt="2026-02-06T01:01:05.727" v="189" actId="20577"/>
          <ac:spMkLst>
            <pc:docMk/>
            <pc:sldMk cId="214171354" sldId="278"/>
            <ac:spMk id="14" creationId="{ED0BF0AB-10BC-4FB0-813B-ED464FE3677A}"/>
          </ac:spMkLst>
        </pc:spChg>
        <pc:spChg chg="del">
          <ac:chgData name="JHEYSON FABIAN VILLAVISAN BUITRAGO" userId="e5ced5c2-d787-455d-b115-4f08a699b8c8" providerId="ADAL" clId="{346ECE53-D0EE-4664-97A2-EE5ED4BD15CE}" dt="2026-02-06T00:24:57.308" v="29" actId="478"/>
          <ac:spMkLst>
            <pc:docMk/>
            <pc:sldMk cId="214171354" sldId="278"/>
            <ac:spMk id="17410" creationId="{B3EF008C-EFA0-44F3-951B-EB1557F44ACC}"/>
          </ac:spMkLst>
        </pc:spChg>
        <pc:picChg chg="del">
          <ac:chgData name="JHEYSON FABIAN VILLAVISAN BUITRAGO" userId="e5ced5c2-d787-455d-b115-4f08a699b8c8" providerId="ADAL" clId="{346ECE53-D0EE-4664-97A2-EE5ED4BD15CE}" dt="2026-02-06T00:24:55.669" v="28" actId="478"/>
          <ac:picMkLst>
            <pc:docMk/>
            <pc:sldMk cId="214171354" sldId="278"/>
            <ac:picMk id="3" creationId="{678AE1EF-3677-EA6E-6782-9051B3C2D134}"/>
          </ac:picMkLst>
        </pc:picChg>
        <pc:picChg chg="mod">
          <ac:chgData name="JHEYSON FABIAN VILLAVISAN BUITRAGO" userId="e5ced5c2-d787-455d-b115-4f08a699b8c8" providerId="ADAL" clId="{346ECE53-D0EE-4664-97A2-EE5ED4BD15CE}" dt="2026-02-06T00:30:33.258" v="101" actId="1076"/>
          <ac:picMkLst>
            <pc:docMk/>
            <pc:sldMk cId="214171354" sldId="278"/>
            <ac:picMk id="4" creationId="{BEB1976A-0CF4-4CB9-B988-A1919993B09A}"/>
          </ac:picMkLst>
        </pc:picChg>
        <pc:picChg chg="add mod">
          <ac:chgData name="JHEYSON FABIAN VILLAVISAN BUITRAGO" userId="e5ced5c2-d787-455d-b115-4f08a699b8c8" providerId="ADAL" clId="{346ECE53-D0EE-4664-97A2-EE5ED4BD15CE}" dt="2026-02-06T00:24:53.170" v="27"/>
          <ac:picMkLst>
            <pc:docMk/>
            <pc:sldMk cId="214171354" sldId="278"/>
            <ac:picMk id="8" creationId="{58DA4A2F-B77E-0C56-CFEB-AC9F87977896}"/>
          </ac:picMkLst>
        </pc:picChg>
        <pc:picChg chg="add mod">
          <ac:chgData name="JHEYSON FABIAN VILLAVISAN BUITRAGO" userId="e5ced5c2-d787-455d-b115-4f08a699b8c8" providerId="ADAL" clId="{346ECE53-D0EE-4664-97A2-EE5ED4BD15CE}" dt="2026-02-06T00:30:33.258" v="101" actId="1076"/>
          <ac:picMkLst>
            <pc:docMk/>
            <pc:sldMk cId="214171354" sldId="278"/>
            <ac:picMk id="10" creationId="{7CFBD651-2E37-8E72-F136-3C0F1E4E17F8}"/>
          </ac:picMkLst>
        </pc:picChg>
        <pc:picChg chg="add mod">
          <ac:chgData name="JHEYSON FABIAN VILLAVISAN BUITRAGO" userId="e5ced5c2-d787-455d-b115-4f08a699b8c8" providerId="ADAL" clId="{346ECE53-D0EE-4664-97A2-EE5ED4BD15CE}" dt="2026-02-06T00:30:33.258" v="101" actId="1076"/>
          <ac:picMkLst>
            <pc:docMk/>
            <pc:sldMk cId="214171354" sldId="278"/>
            <ac:picMk id="13" creationId="{AAB93DF0-DA76-A6E6-37E3-D286E71716B9}"/>
          </ac:picMkLst>
        </pc:pic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4" Type="http://schemas.openxmlformats.org/officeDocument/2006/relationships/image" Target="../media/image15.jpg"/></Relationships>
</file>

<file path=ppt/diagrams/_rels/data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4" Type="http://schemas.openxmlformats.org/officeDocument/2006/relationships/image" Target="../media/image15.jpg"/></Relationships>
</file>

<file path=ppt/diagrams/_rels/drawing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94CCF41-E523-4B32-A88F-4ED36F50A7EE}" type="doc">
      <dgm:prSet loTypeId="urn:microsoft.com/office/officeart/2005/8/layout/vList3" loCatId="list" qsTypeId="urn:microsoft.com/office/officeart/2005/8/quickstyle/simple2" qsCatId="simple" csTypeId="urn:microsoft.com/office/officeart/2005/8/colors/colorful5" csCatId="colorful" phldr="1"/>
      <dgm:spPr/>
      <dgm:t>
        <a:bodyPr/>
        <a:lstStyle/>
        <a:p>
          <a:endParaRPr lang="es-CO"/>
        </a:p>
      </dgm:t>
    </dgm:pt>
    <dgm:pt modelId="{63AF4C72-19FC-43CC-A7BD-8E6B7306B8DA}">
      <dgm:prSet phldrT="[Texto]" custT="1"/>
      <dgm:spPr/>
      <dgm:t>
        <a:bodyPr/>
        <a:lstStyle/>
        <a:p>
          <a:r>
            <a:rPr lang="es-CO" sz="3200" dirty="0"/>
            <a:t>Entrega Avances Informe </a:t>
          </a:r>
        </a:p>
        <a:p>
          <a:r>
            <a:rPr lang="es-CO" sz="3200" dirty="0"/>
            <a:t>IEEE 27% + A/C 3%</a:t>
          </a:r>
          <a:endParaRPr lang="es-CO" sz="4000" dirty="0"/>
        </a:p>
      </dgm:t>
    </dgm:pt>
    <dgm:pt modelId="{B1EF3D0F-F8FA-4406-9552-274CD0DD9AE0}" type="parTrans" cxnId="{23CDE9C8-1403-4594-ABCA-A82C53786246}">
      <dgm:prSet/>
      <dgm:spPr/>
      <dgm:t>
        <a:bodyPr/>
        <a:lstStyle/>
        <a:p>
          <a:endParaRPr lang="es-CO"/>
        </a:p>
      </dgm:t>
    </dgm:pt>
    <dgm:pt modelId="{70AD8D63-2DCF-42A4-8E32-C7554AF9B6AD}" type="sibTrans" cxnId="{23CDE9C8-1403-4594-ABCA-A82C53786246}">
      <dgm:prSet/>
      <dgm:spPr/>
      <dgm:t>
        <a:bodyPr/>
        <a:lstStyle/>
        <a:p>
          <a:endParaRPr lang="es-CO"/>
        </a:p>
      </dgm:t>
    </dgm:pt>
    <dgm:pt modelId="{D0BAE93D-92CE-4386-A939-05D6FBBDB36E}">
      <dgm:prSet phldrT="[Texto]"/>
      <dgm:spPr/>
      <dgm:t>
        <a:bodyPr/>
        <a:lstStyle/>
        <a:p>
          <a:r>
            <a:rPr lang="es-CO" dirty="0"/>
            <a:t>Informe Final</a:t>
          </a:r>
        </a:p>
        <a:p>
          <a:r>
            <a:rPr lang="es-CO" dirty="0"/>
            <a:t>IEEE 27 % + A/C 3%</a:t>
          </a:r>
        </a:p>
      </dgm:t>
    </dgm:pt>
    <dgm:pt modelId="{85D8870B-EED2-432A-A8B6-89522CDB9ECF}" type="parTrans" cxnId="{E327149D-DC7B-461C-8D99-B71A551C03E1}">
      <dgm:prSet/>
      <dgm:spPr/>
      <dgm:t>
        <a:bodyPr/>
        <a:lstStyle/>
        <a:p>
          <a:endParaRPr lang="es-CO"/>
        </a:p>
      </dgm:t>
    </dgm:pt>
    <dgm:pt modelId="{4ED47EF5-C0F7-4192-9809-ABC722A0D1EB}" type="sibTrans" cxnId="{E327149D-DC7B-461C-8D99-B71A551C03E1}">
      <dgm:prSet/>
      <dgm:spPr/>
      <dgm:t>
        <a:bodyPr/>
        <a:lstStyle/>
        <a:p>
          <a:endParaRPr lang="es-CO"/>
        </a:p>
      </dgm:t>
    </dgm:pt>
    <dgm:pt modelId="{9D0DD7FD-41FE-4E2A-A6C8-53204D2E4076}">
      <dgm:prSet phldrT="[Texto]"/>
      <dgm:spPr/>
      <dgm:t>
        <a:bodyPr/>
        <a:lstStyle/>
        <a:p>
          <a:r>
            <a:rPr lang="es-CO" dirty="0"/>
            <a:t>Sustentación 36% + A/C 4%</a:t>
          </a:r>
        </a:p>
      </dgm:t>
    </dgm:pt>
    <dgm:pt modelId="{4CCCD455-D2F4-4CE7-84C6-A19DDD7B89DB}" type="parTrans" cxnId="{885211AA-1236-40CD-990B-FF4A3961DB37}">
      <dgm:prSet/>
      <dgm:spPr/>
      <dgm:t>
        <a:bodyPr/>
        <a:lstStyle/>
        <a:p>
          <a:endParaRPr lang="es-CO"/>
        </a:p>
      </dgm:t>
    </dgm:pt>
    <dgm:pt modelId="{ECC7816F-4EFF-49AE-BC4E-5C82E18221E9}" type="sibTrans" cxnId="{885211AA-1236-40CD-990B-FF4A3961DB37}">
      <dgm:prSet/>
      <dgm:spPr/>
      <dgm:t>
        <a:bodyPr/>
        <a:lstStyle/>
        <a:p>
          <a:endParaRPr lang="es-CO"/>
        </a:p>
      </dgm:t>
    </dgm:pt>
    <dgm:pt modelId="{A3284664-AF1F-46F3-9665-8338A52FFC47}" type="pres">
      <dgm:prSet presAssocID="{994CCF41-E523-4B32-A88F-4ED36F50A7EE}" presName="linearFlow" presStyleCnt="0">
        <dgm:presLayoutVars>
          <dgm:dir/>
          <dgm:resizeHandles val="exact"/>
        </dgm:presLayoutVars>
      </dgm:prSet>
      <dgm:spPr/>
    </dgm:pt>
    <dgm:pt modelId="{43FDD6A9-C9F3-4C3C-ACA5-AB347F1F56A7}" type="pres">
      <dgm:prSet presAssocID="{63AF4C72-19FC-43CC-A7BD-8E6B7306B8DA}" presName="composite" presStyleCnt="0"/>
      <dgm:spPr/>
    </dgm:pt>
    <dgm:pt modelId="{3ADBEB9C-A865-472D-8392-B4DDA239B1C5}" type="pres">
      <dgm:prSet presAssocID="{63AF4C72-19FC-43CC-A7BD-8E6B7306B8DA}" presName="imgShp" presStyleLbl="fgImgPlace1" presStyleIdx="0" presStyleCnt="3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lano con relleno sólido"/>
        </a:ext>
      </dgm:extLst>
    </dgm:pt>
    <dgm:pt modelId="{6AA325B4-E209-4A40-AC53-1F2681F3BB56}" type="pres">
      <dgm:prSet presAssocID="{63AF4C72-19FC-43CC-A7BD-8E6B7306B8DA}" presName="txShp" presStyleLbl="node1" presStyleIdx="0" presStyleCnt="3">
        <dgm:presLayoutVars>
          <dgm:bulletEnabled val="1"/>
        </dgm:presLayoutVars>
      </dgm:prSet>
      <dgm:spPr/>
    </dgm:pt>
    <dgm:pt modelId="{475B639E-5EFF-48D3-91E1-072F82D7D49F}" type="pres">
      <dgm:prSet presAssocID="{70AD8D63-2DCF-42A4-8E32-C7554AF9B6AD}" presName="spacing" presStyleCnt="0"/>
      <dgm:spPr/>
    </dgm:pt>
    <dgm:pt modelId="{7560FB29-C8B9-46A3-BBE4-43A12CE2DCB7}" type="pres">
      <dgm:prSet presAssocID="{D0BAE93D-92CE-4386-A939-05D6FBBDB36E}" presName="composite" presStyleCnt="0"/>
      <dgm:spPr/>
    </dgm:pt>
    <dgm:pt modelId="{FBB88129-ACAF-4383-9E39-0E356C3188DA}" type="pres">
      <dgm:prSet presAssocID="{D0BAE93D-92CE-4386-A939-05D6FBBDB36E}" presName="imgShp" presStyleLbl="fgImgPlac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5000" r="-25000"/>
          </a:stretch>
        </a:blipFill>
      </dgm:spPr>
      <dgm:extLst>
        <a:ext uri="{E40237B7-FDA0-4F09-8148-C483321AD2D9}">
          <dgm14:cNvPr xmlns:dgm14="http://schemas.microsoft.com/office/drawing/2010/diagram" id="0" name="" descr="Boli negro contra una hoja con números sombreados"/>
        </a:ext>
      </dgm:extLst>
    </dgm:pt>
    <dgm:pt modelId="{9D6EA697-A9A5-474F-A2F1-F31D8DEBA84D}" type="pres">
      <dgm:prSet presAssocID="{D0BAE93D-92CE-4386-A939-05D6FBBDB36E}" presName="txShp" presStyleLbl="node1" presStyleIdx="1" presStyleCnt="3">
        <dgm:presLayoutVars>
          <dgm:bulletEnabled val="1"/>
        </dgm:presLayoutVars>
      </dgm:prSet>
      <dgm:spPr/>
    </dgm:pt>
    <dgm:pt modelId="{078925D9-B3B8-440E-98BE-4912EC3FEE1E}" type="pres">
      <dgm:prSet presAssocID="{4ED47EF5-C0F7-4192-9809-ABC722A0D1EB}" presName="spacing" presStyleCnt="0"/>
      <dgm:spPr/>
    </dgm:pt>
    <dgm:pt modelId="{15B20EE7-51F6-43FB-96AC-DD829EA4D0EB}" type="pres">
      <dgm:prSet presAssocID="{9D0DD7FD-41FE-4E2A-A6C8-53204D2E4076}" presName="composite" presStyleCnt="0"/>
      <dgm:spPr/>
    </dgm:pt>
    <dgm:pt modelId="{52620D8A-1F9B-48CF-AAF6-B02E3A337616}" type="pres">
      <dgm:prSet presAssocID="{9D0DD7FD-41FE-4E2A-A6C8-53204D2E4076}" presName="imgShp" presStyleLbl="fgImgPlace1" presStyleIdx="2" presStyleCnt="3"/>
      <dgm:spPr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5000" r="-25000"/>
          </a:stretch>
        </a:blipFill>
      </dgm:spPr>
      <dgm:extLst>
        <a:ext uri="{E40237B7-FDA0-4F09-8148-C483321AD2D9}">
          <dgm14:cNvPr xmlns:dgm14="http://schemas.microsoft.com/office/drawing/2010/diagram" id="0" name="" descr="Muro de notas adhesivas con una destacada"/>
        </a:ext>
      </dgm:extLst>
    </dgm:pt>
    <dgm:pt modelId="{BE850FB0-44D5-4221-960A-6A2DC325A6BA}" type="pres">
      <dgm:prSet presAssocID="{9D0DD7FD-41FE-4E2A-A6C8-53204D2E4076}" presName="txShp" presStyleLbl="node1" presStyleIdx="2" presStyleCnt="3">
        <dgm:presLayoutVars>
          <dgm:bulletEnabled val="1"/>
        </dgm:presLayoutVars>
      </dgm:prSet>
      <dgm:spPr/>
    </dgm:pt>
  </dgm:ptLst>
  <dgm:cxnLst>
    <dgm:cxn modelId="{A04EB915-7A5D-4B5A-9771-5CE1E1782C8F}" type="presOf" srcId="{D0BAE93D-92CE-4386-A939-05D6FBBDB36E}" destId="{9D6EA697-A9A5-474F-A2F1-F31D8DEBA84D}" srcOrd="0" destOrd="0" presId="urn:microsoft.com/office/officeart/2005/8/layout/vList3"/>
    <dgm:cxn modelId="{9E821654-5EE9-40CA-910A-30B1033A5292}" type="presOf" srcId="{9D0DD7FD-41FE-4E2A-A6C8-53204D2E4076}" destId="{BE850FB0-44D5-4221-960A-6A2DC325A6BA}" srcOrd="0" destOrd="0" presId="urn:microsoft.com/office/officeart/2005/8/layout/vList3"/>
    <dgm:cxn modelId="{E327149D-DC7B-461C-8D99-B71A551C03E1}" srcId="{994CCF41-E523-4B32-A88F-4ED36F50A7EE}" destId="{D0BAE93D-92CE-4386-A939-05D6FBBDB36E}" srcOrd="1" destOrd="0" parTransId="{85D8870B-EED2-432A-A8B6-89522CDB9ECF}" sibTransId="{4ED47EF5-C0F7-4192-9809-ABC722A0D1EB}"/>
    <dgm:cxn modelId="{885211AA-1236-40CD-990B-FF4A3961DB37}" srcId="{994CCF41-E523-4B32-A88F-4ED36F50A7EE}" destId="{9D0DD7FD-41FE-4E2A-A6C8-53204D2E4076}" srcOrd="2" destOrd="0" parTransId="{4CCCD455-D2F4-4CE7-84C6-A19DDD7B89DB}" sibTransId="{ECC7816F-4EFF-49AE-BC4E-5C82E18221E9}"/>
    <dgm:cxn modelId="{55A8CAC6-CA4F-450D-AAE1-7BDA71E11A64}" type="presOf" srcId="{994CCF41-E523-4B32-A88F-4ED36F50A7EE}" destId="{A3284664-AF1F-46F3-9665-8338A52FFC47}" srcOrd="0" destOrd="0" presId="urn:microsoft.com/office/officeart/2005/8/layout/vList3"/>
    <dgm:cxn modelId="{23CDE9C8-1403-4594-ABCA-A82C53786246}" srcId="{994CCF41-E523-4B32-A88F-4ED36F50A7EE}" destId="{63AF4C72-19FC-43CC-A7BD-8E6B7306B8DA}" srcOrd="0" destOrd="0" parTransId="{B1EF3D0F-F8FA-4406-9552-274CD0DD9AE0}" sibTransId="{70AD8D63-2DCF-42A4-8E32-C7554AF9B6AD}"/>
    <dgm:cxn modelId="{7672AAE9-83B9-46B1-8719-DF37CB1FEFB1}" type="presOf" srcId="{63AF4C72-19FC-43CC-A7BD-8E6B7306B8DA}" destId="{6AA325B4-E209-4A40-AC53-1F2681F3BB56}" srcOrd="0" destOrd="0" presId="urn:microsoft.com/office/officeart/2005/8/layout/vList3"/>
    <dgm:cxn modelId="{818EF617-96BE-490D-A953-41A2B90950AC}" type="presParOf" srcId="{A3284664-AF1F-46F3-9665-8338A52FFC47}" destId="{43FDD6A9-C9F3-4C3C-ACA5-AB347F1F56A7}" srcOrd="0" destOrd="0" presId="urn:microsoft.com/office/officeart/2005/8/layout/vList3"/>
    <dgm:cxn modelId="{2BF59D02-F115-48E4-9667-50C272030A67}" type="presParOf" srcId="{43FDD6A9-C9F3-4C3C-ACA5-AB347F1F56A7}" destId="{3ADBEB9C-A865-472D-8392-B4DDA239B1C5}" srcOrd="0" destOrd="0" presId="urn:microsoft.com/office/officeart/2005/8/layout/vList3"/>
    <dgm:cxn modelId="{DE1A0734-B732-4F4F-A60F-1092613B4C0B}" type="presParOf" srcId="{43FDD6A9-C9F3-4C3C-ACA5-AB347F1F56A7}" destId="{6AA325B4-E209-4A40-AC53-1F2681F3BB56}" srcOrd="1" destOrd="0" presId="urn:microsoft.com/office/officeart/2005/8/layout/vList3"/>
    <dgm:cxn modelId="{BF2CC18F-733D-4972-A71B-C1C0954D92B3}" type="presParOf" srcId="{A3284664-AF1F-46F3-9665-8338A52FFC47}" destId="{475B639E-5EFF-48D3-91E1-072F82D7D49F}" srcOrd="1" destOrd="0" presId="urn:microsoft.com/office/officeart/2005/8/layout/vList3"/>
    <dgm:cxn modelId="{210AAFB1-785E-44E4-8894-EF1B52C7D4AD}" type="presParOf" srcId="{A3284664-AF1F-46F3-9665-8338A52FFC47}" destId="{7560FB29-C8B9-46A3-BBE4-43A12CE2DCB7}" srcOrd="2" destOrd="0" presId="urn:microsoft.com/office/officeart/2005/8/layout/vList3"/>
    <dgm:cxn modelId="{AB3F17F1-4AE7-4819-A675-DBB997806079}" type="presParOf" srcId="{7560FB29-C8B9-46A3-BBE4-43A12CE2DCB7}" destId="{FBB88129-ACAF-4383-9E39-0E356C3188DA}" srcOrd="0" destOrd="0" presId="urn:microsoft.com/office/officeart/2005/8/layout/vList3"/>
    <dgm:cxn modelId="{2C46D037-EEEA-40F7-9931-05DE681E71CF}" type="presParOf" srcId="{7560FB29-C8B9-46A3-BBE4-43A12CE2DCB7}" destId="{9D6EA697-A9A5-474F-A2F1-F31D8DEBA84D}" srcOrd="1" destOrd="0" presId="urn:microsoft.com/office/officeart/2005/8/layout/vList3"/>
    <dgm:cxn modelId="{9CDCFDE4-40E4-4F47-91B4-6F00DAA81739}" type="presParOf" srcId="{A3284664-AF1F-46F3-9665-8338A52FFC47}" destId="{078925D9-B3B8-440E-98BE-4912EC3FEE1E}" srcOrd="3" destOrd="0" presId="urn:microsoft.com/office/officeart/2005/8/layout/vList3"/>
    <dgm:cxn modelId="{717D0896-7257-463C-8D61-26D5D772C8B8}" type="presParOf" srcId="{A3284664-AF1F-46F3-9665-8338A52FFC47}" destId="{15B20EE7-51F6-43FB-96AC-DD829EA4D0EB}" srcOrd="4" destOrd="0" presId="urn:microsoft.com/office/officeart/2005/8/layout/vList3"/>
    <dgm:cxn modelId="{7A4FB2C7-8507-4362-861E-AFF7B1005C1C}" type="presParOf" srcId="{15B20EE7-51F6-43FB-96AC-DD829EA4D0EB}" destId="{52620D8A-1F9B-48CF-AAF6-B02E3A337616}" srcOrd="0" destOrd="0" presId="urn:microsoft.com/office/officeart/2005/8/layout/vList3"/>
    <dgm:cxn modelId="{72AF987B-9C95-4B6A-850A-DFB0AD20D733}" type="presParOf" srcId="{15B20EE7-51F6-43FB-96AC-DD829EA4D0EB}" destId="{BE850FB0-44D5-4221-960A-6A2DC325A6BA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DF3AFBB-E8ED-43D4-B539-F32D2D8739C6}" type="doc">
      <dgm:prSet loTypeId="urn:microsoft.com/office/officeart/2005/8/layout/bList2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s-CO"/>
        </a:p>
      </dgm:t>
    </dgm:pt>
    <dgm:pt modelId="{87499C26-5F73-4DF4-8BAF-5D74EED61947}">
      <dgm:prSet phldrT="[Texto]"/>
      <dgm:spPr/>
      <dgm:t>
        <a:bodyPr/>
        <a:lstStyle/>
        <a:p>
          <a:r>
            <a:rPr lang="es-CO" dirty="0">
              <a:latin typeface="Sans Serif "/>
            </a:rPr>
            <a:t>ASISTENCIA Y PARTICIPACIÓN</a:t>
          </a:r>
        </a:p>
      </dgm:t>
    </dgm:pt>
    <dgm:pt modelId="{522EDCFD-FABF-491E-B6C2-B909CA343DE1}" type="parTrans" cxnId="{828B946E-EAD5-4CF1-86A2-824876076BEA}">
      <dgm:prSet/>
      <dgm:spPr/>
      <dgm:t>
        <a:bodyPr/>
        <a:lstStyle/>
        <a:p>
          <a:endParaRPr lang="es-CO"/>
        </a:p>
      </dgm:t>
    </dgm:pt>
    <dgm:pt modelId="{65490B13-F95A-4AF2-BBF4-4143B4076016}" type="sibTrans" cxnId="{828B946E-EAD5-4CF1-86A2-824876076BEA}">
      <dgm:prSet/>
      <dgm:spPr/>
      <dgm:t>
        <a:bodyPr/>
        <a:lstStyle/>
        <a:p>
          <a:endParaRPr lang="es-CO"/>
        </a:p>
      </dgm:t>
    </dgm:pt>
    <dgm:pt modelId="{FDF22934-9ADB-4E5F-A522-EBD70D312CF0}">
      <dgm:prSet/>
      <dgm:spPr/>
      <dgm:t>
        <a:bodyPr/>
        <a:lstStyle/>
        <a:p>
          <a:r>
            <a:rPr lang="es-CO" dirty="0">
              <a:latin typeface="Sans Serif "/>
            </a:rPr>
            <a:t>PDF (</a:t>
          </a:r>
          <a:r>
            <a:rPr lang="es-CO" dirty="0" err="1">
              <a:latin typeface="Sans Serif "/>
            </a:rPr>
            <a:t>word</a:t>
          </a:r>
          <a:r>
            <a:rPr lang="es-CO" dirty="0">
              <a:latin typeface="Sans Serif "/>
            </a:rPr>
            <a:t>, </a:t>
          </a:r>
          <a:r>
            <a:rPr lang="es-CO" dirty="0" err="1">
              <a:latin typeface="Sans Serif "/>
            </a:rPr>
            <a:t>latex</a:t>
          </a:r>
          <a:r>
            <a:rPr lang="es-CO" dirty="0">
              <a:latin typeface="Sans Serif "/>
            </a:rPr>
            <a:t>, </a:t>
          </a:r>
          <a:r>
            <a:rPr lang="es-CO" dirty="0" err="1">
              <a:latin typeface="Sans Serif "/>
            </a:rPr>
            <a:t>etc</a:t>
          </a:r>
          <a:r>
            <a:rPr lang="es-CO" dirty="0">
              <a:latin typeface="Sans Serif "/>
            </a:rPr>
            <a:t>)</a:t>
          </a:r>
        </a:p>
      </dgm:t>
    </dgm:pt>
    <dgm:pt modelId="{22DE123A-6B4B-4D45-A4D0-0D03E3BC711E}" type="parTrans" cxnId="{874EF619-5946-4B69-B4EC-0BB9F5C996E0}">
      <dgm:prSet/>
      <dgm:spPr/>
      <dgm:t>
        <a:bodyPr/>
        <a:lstStyle/>
        <a:p>
          <a:endParaRPr lang="es-CO"/>
        </a:p>
      </dgm:t>
    </dgm:pt>
    <dgm:pt modelId="{5CC05B54-138E-4E2A-994F-49242EE51BD8}" type="sibTrans" cxnId="{874EF619-5946-4B69-B4EC-0BB9F5C996E0}">
      <dgm:prSet/>
      <dgm:spPr/>
      <dgm:t>
        <a:bodyPr/>
        <a:lstStyle/>
        <a:p>
          <a:endParaRPr lang="es-CO"/>
        </a:p>
      </dgm:t>
    </dgm:pt>
    <dgm:pt modelId="{413C88C2-7D6C-4585-BC10-D2259453B32C}">
      <dgm:prSet/>
      <dgm:spPr/>
      <dgm:t>
        <a:bodyPr/>
        <a:lstStyle/>
        <a:p>
          <a:r>
            <a:rPr lang="es-CO" dirty="0">
              <a:latin typeface="Sans Serif "/>
            </a:rPr>
            <a:t>Entrega Informes: Sesión según fecha**</a:t>
          </a:r>
        </a:p>
      </dgm:t>
    </dgm:pt>
    <dgm:pt modelId="{5106D410-7988-4546-BA6F-4E8151F9E0A5}" type="parTrans" cxnId="{F4A842F3-6D5C-44E6-9BC6-D0E850B412B8}">
      <dgm:prSet/>
      <dgm:spPr/>
      <dgm:t>
        <a:bodyPr/>
        <a:lstStyle/>
        <a:p>
          <a:endParaRPr lang="es-CO"/>
        </a:p>
      </dgm:t>
    </dgm:pt>
    <dgm:pt modelId="{F83947A6-3184-4B04-AC4F-E10C27CD85CB}" type="sibTrans" cxnId="{F4A842F3-6D5C-44E6-9BC6-D0E850B412B8}">
      <dgm:prSet/>
      <dgm:spPr/>
      <dgm:t>
        <a:bodyPr/>
        <a:lstStyle/>
        <a:p>
          <a:endParaRPr lang="es-CO"/>
        </a:p>
      </dgm:t>
    </dgm:pt>
    <dgm:pt modelId="{4C0896BD-DE51-43B1-B200-E06E5D3B6188}">
      <dgm:prSet/>
      <dgm:spPr/>
      <dgm:t>
        <a:bodyPr/>
        <a:lstStyle/>
        <a:p>
          <a:r>
            <a:rPr lang="es-CO" dirty="0">
              <a:latin typeface="Sans Serif "/>
            </a:rPr>
            <a:t>Entrega: Correo/Drive*</a:t>
          </a:r>
        </a:p>
      </dgm:t>
    </dgm:pt>
    <dgm:pt modelId="{AFA15671-9EB0-448D-BA3C-3F0BF8EB250E}" type="parTrans" cxnId="{620B48F4-6B8A-43C9-857C-B0D254B9AB6C}">
      <dgm:prSet/>
      <dgm:spPr/>
      <dgm:t>
        <a:bodyPr/>
        <a:lstStyle/>
        <a:p>
          <a:endParaRPr lang="es-CO"/>
        </a:p>
      </dgm:t>
    </dgm:pt>
    <dgm:pt modelId="{A1D1544E-BF8B-4C1D-8C52-DF5F1325FDF0}" type="sibTrans" cxnId="{620B48F4-6B8A-43C9-857C-B0D254B9AB6C}">
      <dgm:prSet/>
      <dgm:spPr/>
      <dgm:t>
        <a:bodyPr/>
        <a:lstStyle/>
        <a:p>
          <a:endParaRPr lang="es-CO"/>
        </a:p>
      </dgm:t>
    </dgm:pt>
    <dgm:pt modelId="{64736739-E0AF-4443-89DC-1C579366BE7E}">
      <dgm:prSet/>
      <dgm:spPr/>
      <dgm:t>
        <a:bodyPr/>
        <a:lstStyle/>
        <a:p>
          <a:r>
            <a:rPr lang="es-CO" dirty="0"/>
            <a:t>Participación</a:t>
          </a:r>
        </a:p>
      </dgm:t>
    </dgm:pt>
    <dgm:pt modelId="{F5A2D512-02D3-4BE1-B28F-09198C104B60}" type="parTrans" cxnId="{8B7916C8-CE7E-458B-815B-AABC4EBE5096}">
      <dgm:prSet/>
      <dgm:spPr/>
      <dgm:t>
        <a:bodyPr/>
        <a:lstStyle/>
        <a:p>
          <a:endParaRPr lang="es-CO"/>
        </a:p>
      </dgm:t>
    </dgm:pt>
    <dgm:pt modelId="{2C3BA340-AB2B-4B82-88B4-5E140E12FE27}" type="sibTrans" cxnId="{8B7916C8-CE7E-458B-815B-AABC4EBE5096}">
      <dgm:prSet/>
      <dgm:spPr/>
      <dgm:t>
        <a:bodyPr/>
        <a:lstStyle/>
        <a:p>
          <a:endParaRPr lang="es-CO"/>
        </a:p>
      </dgm:t>
    </dgm:pt>
    <dgm:pt modelId="{BC3B2B73-1BCE-4371-8D20-BCFE617584FF}">
      <dgm:prSet/>
      <dgm:spPr/>
      <dgm:t>
        <a:bodyPr/>
        <a:lstStyle/>
        <a:p>
          <a:r>
            <a:rPr lang="es-CO" dirty="0"/>
            <a:t>Puntualidad entrega</a:t>
          </a:r>
        </a:p>
      </dgm:t>
    </dgm:pt>
    <dgm:pt modelId="{ECB345B3-BE45-4B36-BC6E-6632B5D92F1A}" type="parTrans" cxnId="{7D6523C8-E816-4BAC-A5BB-4E22253B440D}">
      <dgm:prSet/>
      <dgm:spPr/>
      <dgm:t>
        <a:bodyPr/>
        <a:lstStyle/>
        <a:p>
          <a:endParaRPr lang="es-CO"/>
        </a:p>
      </dgm:t>
    </dgm:pt>
    <dgm:pt modelId="{8A94A68B-200C-4D1B-BDE6-524703888F4B}" type="sibTrans" cxnId="{7D6523C8-E816-4BAC-A5BB-4E22253B440D}">
      <dgm:prSet/>
      <dgm:spPr/>
      <dgm:t>
        <a:bodyPr/>
        <a:lstStyle/>
        <a:p>
          <a:endParaRPr lang="es-CO"/>
        </a:p>
      </dgm:t>
    </dgm:pt>
    <dgm:pt modelId="{952BAD52-2FAE-4F37-8545-D341B4B4CC02}">
      <dgm:prSet/>
      <dgm:spPr/>
      <dgm:t>
        <a:bodyPr/>
        <a:lstStyle/>
        <a:p>
          <a:r>
            <a:rPr lang="es-CO" dirty="0"/>
            <a:t>Puntualidad (se tomará asistencia)</a:t>
          </a:r>
        </a:p>
      </dgm:t>
    </dgm:pt>
    <dgm:pt modelId="{AA847EE3-8AD8-474F-9A5B-C3063E9F1529}" type="parTrans" cxnId="{92AE334C-3BCD-48CE-83D2-25BB9B729B2B}">
      <dgm:prSet/>
      <dgm:spPr/>
      <dgm:t>
        <a:bodyPr/>
        <a:lstStyle/>
        <a:p>
          <a:endParaRPr lang="es-CO"/>
        </a:p>
      </dgm:t>
    </dgm:pt>
    <dgm:pt modelId="{FB325293-D3E3-4D52-BE74-4BC49AE1AED1}" type="sibTrans" cxnId="{92AE334C-3BCD-48CE-83D2-25BB9B729B2B}">
      <dgm:prSet/>
      <dgm:spPr/>
      <dgm:t>
        <a:bodyPr/>
        <a:lstStyle/>
        <a:p>
          <a:endParaRPr lang="es-CO"/>
        </a:p>
      </dgm:t>
    </dgm:pt>
    <dgm:pt modelId="{949C45C1-98A4-422C-930F-397C00536C45}">
      <dgm:prSet phldrT="[Texto]"/>
      <dgm:spPr/>
      <dgm:t>
        <a:bodyPr/>
        <a:lstStyle/>
        <a:p>
          <a:endParaRPr lang="es-CO" dirty="0"/>
        </a:p>
      </dgm:t>
    </dgm:pt>
    <dgm:pt modelId="{C81EAF41-538A-4FEB-B6CD-689ABB177703}" type="sibTrans" cxnId="{D9A0E720-134A-4C03-BE62-B2D9E1386493}">
      <dgm:prSet/>
      <dgm:spPr/>
      <dgm:t>
        <a:bodyPr/>
        <a:lstStyle/>
        <a:p>
          <a:endParaRPr lang="es-CO"/>
        </a:p>
      </dgm:t>
    </dgm:pt>
    <dgm:pt modelId="{5B22A082-FEAD-4701-A864-38CFE2F8D3BA}" type="parTrans" cxnId="{D9A0E720-134A-4C03-BE62-B2D9E1386493}">
      <dgm:prSet/>
      <dgm:spPr/>
      <dgm:t>
        <a:bodyPr/>
        <a:lstStyle/>
        <a:p>
          <a:endParaRPr lang="es-CO"/>
        </a:p>
      </dgm:t>
    </dgm:pt>
    <dgm:pt modelId="{DA426280-59A3-4F59-B8E5-457C938E7B81}" type="pres">
      <dgm:prSet presAssocID="{FDF3AFBB-E8ED-43D4-B539-F32D2D8739C6}" presName="diagram" presStyleCnt="0">
        <dgm:presLayoutVars>
          <dgm:dir/>
          <dgm:animLvl val="lvl"/>
          <dgm:resizeHandles val="exact"/>
        </dgm:presLayoutVars>
      </dgm:prSet>
      <dgm:spPr/>
    </dgm:pt>
    <dgm:pt modelId="{7BE4B74C-13BA-4A8A-A4AD-442BC1278283}" type="pres">
      <dgm:prSet presAssocID="{949C45C1-98A4-422C-930F-397C00536C45}" presName="compNode" presStyleCnt="0"/>
      <dgm:spPr/>
    </dgm:pt>
    <dgm:pt modelId="{150F5849-49DC-4034-99E9-D0B5A5D7194C}" type="pres">
      <dgm:prSet presAssocID="{949C45C1-98A4-422C-930F-397C00536C45}" presName="childRect" presStyleLbl="bgAcc1" presStyleIdx="0" presStyleCnt="2">
        <dgm:presLayoutVars>
          <dgm:bulletEnabled val="1"/>
        </dgm:presLayoutVars>
      </dgm:prSet>
      <dgm:spPr/>
    </dgm:pt>
    <dgm:pt modelId="{658D8F38-8CE8-4DEB-B2F4-1B52376CBFB4}" type="pres">
      <dgm:prSet presAssocID="{949C45C1-98A4-422C-930F-397C00536C45}" presName="parentText" presStyleLbl="node1" presStyleIdx="0" presStyleCnt="0">
        <dgm:presLayoutVars>
          <dgm:chMax val="0"/>
          <dgm:bulletEnabled val="1"/>
        </dgm:presLayoutVars>
      </dgm:prSet>
      <dgm:spPr/>
    </dgm:pt>
    <dgm:pt modelId="{20E2EC33-8638-4FBA-B832-B01CECD6C266}" type="pres">
      <dgm:prSet presAssocID="{949C45C1-98A4-422C-930F-397C00536C45}" presName="parentRect" presStyleLbl="alignNode1" presStyleIdx="0" presStyleCnt="2"/>
      <dgm:spPr/>
    </dgm:pt>
    <dgm:pt modelId="{B915FC40-4CB0-4AF2-9935-C42710070A53}" type="pres">
      <dgm:prSet presAssocID="{949C45C1-98A4-422C-930F-397C00536C45}" presName="adorn" presStyleLbl="fgAccFollowNode1" presStyleIdx="0" presStyleCnt="2" custLinFactNeighborX="-2642" custLinFactNeighborY="-20468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cumento"/>
        </a:ext>
      </dgm:extLst>
    </dgm:pt>
    <dgm:pt modelId="{EB587A61-D36A-4DA2-AB8F-4E2691860F08}" type="pres">
      <dgm:prSet presAssocID="{C81EAF41-538A-4FEB-B6CD-689ABB177703}" presName="sibTrans" presStyleLbl="sibTrans2D1" presStyleIdx="0" presStyleCnt="0"/>
      <dgm:spPr/>
    </dgm:pt>
    <dgm:pt modelId="{741DA3AC-BB3F-481D-A200-16D270CA9AAD}" type="pres">
      <dgm:prSet presAssocID="{87499C26-5F73-4DF4-8BAF-5D74EED61947}" presName="compNode" presStyleCnt="0"/>
      <dgm:spPr/>
    </dgm:pt>
    <dgm:pt modelId="{CCCD188B-F08E-4BDC-B729-FEF94633D233}" type="pres">
      <dgm:prSet presAssocID="{87499C26-5F73-4DF4-8BAF-5D74EED61947}" presName="childRect" presStyleLbl="bgAcc1" presStyleIdx="1" presStyleCnt="2">
        <dgm:presLayoutVars>
          <dgm:bulletEnabled val="1"/>
        </dgm:presLayoutVars>
      </dgm:prSet>
      <dgm:spPr/>
    </dgm:pt>
    <dgm:pt modelId="{EB2F2891-C838-42AA-A1C7-087CBD9D1339}" type="pres">
      <dgm:prSet presAssocID="{87499C26-5F73-4DF4-8BAF-5D74EED61947}" presName="parentText" presStyleLbl="node1" presStyleIdx="0" presStyleCnt="0">
        <dgm:presLayoutVars>
          <dgm:chMax val="0"/>
          <dgm:bulletEnabled val="1"/>
        </dgm:presLayoutVars>
      </dgm:prSet>
      <dgm:spPr/>
    </dgm:pt>
    <dgm:pt modelId="{319510DE-E492-4992-815A-6D2A3FEC7E56}" type="pres">
      <dgm:prSet presAssocID="{87499C26-5F73-4DF4-8BAF-5D74EED61947}" presName="parentRect" presStyleLbl="alignNode1" presStyleIdx="1" presStyleCnt="2"/>
      <dgm:spPr/>
    </dgm:pt>
    <dgm:pt modelId="{2704129E-B416-4D03-87A2-578EB5E24D26}" type="pres">
      <dgm:prSet presAssocID="{87499C26-5F73-4DF4-8BAF-5D74EED61947}" presName="adorn" presStyleLbl="fgAccFollowNode1" presStyleIdx="1" presStyleCnt="2" custLinFactNeighborX="14137" custLinFactNeighborY="-20115"/>
      <dgm:spPr>
        <a:blipFill dpi="0" rotWithShape="1"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entro de llamadas"/>
        </a:ext>
      </dgm:extLst>
    </dgm:pt>
  </dgm:ptLst>
  <dgm:cxnLst>
    <dgm:cxn modelId="{2895E009-BBBF-47DB-98CE-3B5CECD6D4D1}" type="presOf" srcId="{64736739-E0AF-4443-89DC-1C579366BE7E}" destId="{CCCD188B-F08E-4BDC-B729-FEF94633D233}" srcOrd="0" destOrd="2" presId="urn:microsoft.com/office/officeart/2005/8/layout/bList2"/>
    <dgm:cxn modelId="{874EF619-5946-4B69-B4EC-0BB9F5C996E0}" srcId="{949C45C1-98A4-422C-930F-397C00536C45}" destId="{FDF22934-9ADB-4E5F-A522-EBD70D312CF0}" srcOrd="0" destOrd="0" parTransId="{22DE123A-6B4B-4D45-A4D0-0D03E3BC711E}" sibTransId="{5CC05B54-138E-4E2A-994F-49242EE51BD8}"/>
    <dgm:cxn modelId="{D9A0E720-134A-4C03-BE62-B2D9E1386493}" srcId="{FDF3AFBB-E8ED-43D4-B539-F32D2D8739C6}" destId="{949C45C1-98A4-422C-930F-397C00536C45}" srcOrd="0" destOrd="0" parTransId="{5B22A082-FEAD-4701-A864-38CFE2F8D3BA}" sibTransId="{C81EAF41-538A-4FEB-B6CD-689ABB177703}"/>
    <dgm:cxn modelId="{DD39A13C-48D3-44BA-9B89-CAD68046B081}" type="presOf" srcId="{949C45C1-98A4-422C-930F-397C00536C45}" destId="{658D8F38-8CE8-4DEB-B2F4-1B52376CBFB4}" srcOrd="0" destOrd="0" presId="urn:microsoft.com/office/officeart/2005/8/layout/bList2"/>
    <dgm:cxn modelId="{1956C05D-F231-412F-A367-56194D13E8CA}" type="presOf" srcId="{FDF22934-9ADB-4E5F-A522-EBD70D312CF0}" destId="{150F5849-49DC-4034-99E9-D0B5A5D7194C}" srcOrd="0" destOrd="0" presId="urn:microsoft.com/office/officeart/2005/8/layout/bList2"/>
    <dgm:cxn modelId="{6F157163-533C-4FEF-9123-630D89096C10}" type="presOf" srcId="{BC3B2B73-1BCE-4371-8D20-BCFE617584FF}" destId="{CCCD188B-F08E-4BDC-B729-FEF94633D233}" srcOrd="0" destOrd="1" presId="urn:microsoft.com/office/officeart/2005/8/layout/bList2"/>
    <dgm:cxn modelId="{92AE334C-3BCD-48CE-83D2-25BB9B729B2B}" srcId="{87499C26-5F73-4DF4-8BAF-5D74EED61947}" destId="{952BAD52-2FAE-4F37-8545-D341B4B4CC02}" srcOrd="0" destOrd="0" parTransId="{AA847EE3-8AD8-474F-9A5B-C3063E9F1529}" sibTransId="{FB325293-D3E3-4D52-BE74-4BC49AE1AED1}"/>
    <dgm:cxn modelId="{67AA3D6C-3E28-4065-A1B2-57D5E7A8A6CA}" type="presOf" srcId="{949C45C1-98A4-422C-930F-397C00536C45}" destId="{20E2EC33-8638-4FBA-B832-B01CECD6C266}" srcOrd="1" destOrd="0" presId="urn:microsoft.com/office/officeart/2005/8/layout/bList2"/>
    <dgm:cxn modelId="{07F9406D-BC9E-4019-A2EB-2A89F5D35B92}" type="presOf" srcId="{4C0896BD-DE51-43B1-B200-E06E5D3B6188}" destId="{150F5849-49DC-4034-99E9-D0B5A5D7194C}" srcOrd="0" destOrd="2" presId="urn:microsoft.com/office/officeart/2005/8/layout/bList2"/>
    <dgm:cxn modelId="{9442566D-EE9F-4B2A-AF96-9D20570B6B9D}" type="presOf" srcId="{952BAD52-2FAE-4F37-8545-D341B4B4CC02}" destId="{CCCD188B-F08E-4BDC-B729-FEF94633D233}" srcOrd="0" destOrd="0" presId="urn:microsoft.com/office/officeart/2005/8/layout/bList2"/>
    <dgm:cxn modelId="{828B946E-EAD5-4CF1-86A2-824876076BEA}" srcId="{FDF3AFBB-E8ED-43D4-B539-F32D2D8739C6}" destId="{87499C26-5F73-4DF4-8BAF-5D74EED61947}" srcOrd="1" destOrd="0" parTransId="{522EDCFD-FABF-491E-B6C2-B909CA343DE1}" sibTransId="{65490B13-F95A-4AF2-BBF4-4143B4076016}"/>
    <dgm:cxn modelId="{2F3E1874-F40C-4489-8372-032B9921E353}" type="presOf" srcId="{413C88C2-7D6C-4585-BC10-D2259453B32C}" destId="{150F5849-49DC-4034-99E9-D0B5A5D7194C}" srcOrd="0" destOrd="1" presId="urn:microsoft.com/office/officeart/2005/8/layout/bList2"/>
    <dgm:cxn modelId="{A0CFEA82-C74F-44EC-ACD0-F194E48FC943}" type="presOf" srcId="{FDF3AFBB-E8ED-43D4-B539-F32D2D8739C6}" destId="{DA426280-59A3-4F59-B8E5-457C938E7B81}" srcOrd="0" destOrd="0" presId="urn:microsoft.com/office/officeart/2005/8/layout/bList2"/>
    <dgm:cxn modelId="{8B7916C8-CE7E-458B-815B-AABC4EBE5096}" srcId="{87499C26-5F73-4DF4-8BAF-5D74EED61947}" destId="{64736739-E0AF-4443-89DC-1C579366BE7E}" srcOrd="2" destOrd="0" parTransId="{F5A2D512-02D3-4BE1-B28F-09198C104B60}" sibTransId="{2C3BA340-AB2B-4B82-88B4-5E140E12FE27}"/>
    <dgm:cxn modelId="{7D6523C8-E816-4BAC-A5BB-4E22253B440D}" srcId="{87499C26-5F73-4DF4-8BAF-5D74EED61947}" destId="{BC3B2B73-1BCE-4371-8D20-BCFE617584FF}" srcOrd="1" destOrd="0" parTransId="{ECB345B3-BE45-4B36-BC6E-6632B5D92F1A}" sibTransId="{8A94A68B-200C-4D1B-BDE6-524703888F4B}"/>
    <dgm:cxn modelId="{8FE29BED-746B-48DB-8DE2-F5888273AA8E}" type="presOf" srcId="{C81EAF41-538A-4FEB-B6CD-689ABB177703}" destId="{EB587A61-D36A-4DA2-AB8F-4E2691860F08}" srcOrd="0" destOrd="0" presId="urn:microsoft.com/office/officeart/2005/8/layout/bList2"/>
    <dgm:cxn modelId="{F4A842F3-6D5C-44E6-9BC6-D0E850B412B8}" srcId="{949C45C1-98A4-422C-930F-397C00536C45}" destId="{413C88C2-7D6C-4585-BC10-D2259453B32C}" srcOrd="1" destOrd="0" parTransId="{5106D410-7988-4546-BA6F-4E8151F9E0A5}" sibTransId="{F83947A6-3184-4B04-AC4F-E10C27CD85CB}"/>
    <dgm:cxn modelId="{620B48F4-6B8A-43C9-857C-B0D254B9AB6C}" srcId="{949C45C1-98A4-422C-930F-397C00536C45}" destId="{4C0896BD-DE51-43B1-B200-E06E5D3B6188}" srcOrd="2" destOrd="0" parTransId="{AFA15671-9EB0-448D-BA3C-3F0BF8EB250E}" sibTransId="{A1D1544E-BF8B-4C1D-8C52-DF5F1325FDF0}"/>
    <dgm:cxn modelId="{4A8A10F6-7C39-4957-B6C3-A43A32420801}" type="presOf" srcId="{87499C26-5F73-4DF4-8BAF-5D74EED61947}" destId="{EB2F2891-C838-42AA-A1C7-087CBD9D1339}" srcOrd="0" destOrd="0" presId="urn:microsoft.com/office/officeart/2005/8/layout/bList2"/>
    <dgm:cxn modelId="{86E137FC-0B17-4031-BFAB-05E820AC6E36}" type="presOf" srcId="{87499C26-5F73-4DF4-8BAF-5D74EED61947}" destId="{319510DE-E492-4992-815A-6D2A3FEC7E56}" srcOrd="1" destOrd="0" presId="urn:microsoft.com/office/officeart/2005/8/layout/bList2"/>
    <dgm:cxn modelId="{296085D2-6668-469C-8D05-F40E9C227C4A}" type="presParOf" srcId="{DA426280-59A3-4F59-B8E5-457C938E7B81}" destId="{7BE4B74C-13BA-4A8A-A4AD-442BC1278283}" srcOrd="0" destOrd="0" presId="urn:microsoft.com/office/officeart/2005/8/layout/bList2"/>
    <dgm:cxn modelId="{BAA4C8FB-D520-49DE-BDAC-F6A0D8747A56}" type="presParOf" srcId="{7BE4B74C-13BA-4A8A-A4AD-442BC1278283}" destId="{150F5849-49DC-4034-99E9-D0B5A5D7194C}" srcOrd="0" destOrd="0" presId="urn:microsoft.com/office/officeart/2005/8/layout/bList2"/>
    <dgm:cxn modelId="{B094FF66-4198-4015-9E69-54633B018623}" type="presParOf" srcId="{7BE4B74C-13BA-4A8A-A4AD-442BC1278283}" destId="{658D8F38-8CE8-4DEB-B2F4-1B52376CBFB4}" srcOrd="1" destOrd="0" presId="urn:microsoft.com/office/officeart/2005/8/layout/bList2"/>
    <dgm:cxn modelId="{F45F182E-4DC2-4F2A-A1E9-854676CA59D4}" type="presParOf" srcId="{7BE4B74C-13BA-4A8A-A4AD-442BC1278283}" destId="{20E2EC33-8638-4FBA-B832-B01CECD6C266}" srcOrd="2" destOrd="0" presId="urn:microsoft.com/office/officeart/2005/8/layout/bList2"/>
    <dgm:cxn modelId="{27F2E3EE-5A02-4F03-848E-40E6AFA46A39}" type="presParOf" srcId="{7BE4B74C-13BA-4A8A-A4AD-442BC1278283}" destId="{B915FC40-4CB0-4AF2-9935-C42710070A53}" srcOrd="3" destOrd="0" presId="urn:microsoft.com/office/officeart/2005/8/layout/bList2"/>
    <dgm:cxn modelId="{73382004-62AC-4085-9742-6C72A2552EB3}" type="presParOf" srcId="{DA426280-59A3-4F59-B8E5-457C938E7B81}" destId="{EB587A61-D36A-4DA2-AB8F-4E2691860F08}" srcOrd="1" destOrd="0" presId="urn:microsoft.com/office/officeart/2005/8/layout/bList2"/>
    <dgm:cxn modelId="{1B0496A6-9327-459B-8CF5-DC60288302FF}" type="presParOf" srcId="{DA426280-59A3-4F59-B8E5-457C938E7B81}" destId="{741DA3AC-BB3F-481D-A200-16D270CA9AAD}" srcOrd="2" destOrd="0" presId="urn:microsoft.com/office/officeart/2005/8/layout/bList2"/>
    <dgm:cxn modelId="{8778962A-47BB-441B-877B-AF6C068753A8}" type="presParOf" srcId="{741DA3AC-BB3F-481D-A200-16D270CA9AAD}" destId="{CCCD188B-F08E-4BDC-B729-FEF94633D233}" srcOrd="0" destOrd="0" presId="urn:microsoft.com/office/officeart/2005/8/layout/bList2"/>
    <dgm:cxn modelId="{BB1C7C25-D369-4C62-BAD8-0C01BA650CB5}" type="presParOf" srcId="{741DA3AC-BB3F-481D-A200-16D270CA9AAD}" destId="{EB2F2891-C838-42AA-A1C7-087CBD9D1339}" srcOrd="1" destOrd="0" presId="urn:microsoft.com/office/officeart/2005/8/layout/bList2"/>
    <dgm:cxn modelId="{6BC53B9E-95CB-473A-A14E-C36FD3AB8D79}" type="presParOf" srcId="{741DA3AC-BB3F-481D-A200-16D270CA9AAD}" destId="{319510DE-E492-4992-815A-6D2A3FEC7E56}" srcOrd="2" destOrd="0" presId="urn:microsoft.com/office/officeart/2005/8/layout/bList2"/>
    <dgm:cxn modelId="{BB0F3EAC-0332-467D-B0A4-31BD1637B288}" type="presParOf" srcId="{741DA3AC-BB3F-481D-A200-16D270CA9AAD}" destId="{2704129E-B416-4D03-87A2-578EB5E24D26}" srcOrd="3" destOrd="0" presId="urn:microsoft.com/office/officeart/2005/8/layout/b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A325B4-E209-4A40-AC53-1F2681F3BB56}">
      <dsp:nvSpPr>
        <dsp:cNvPr id="0" name=""/>
        <dsp:cNvSpPr/>
      </dsp:nvSpPr>
      <dsp:spPr>
        <a:xfrm rot="10800000">
          <a:off x="1840661" y="1935"/>
          <a:ext cx="5937779" cy="1380222"/>
        </a:xfrm>
        <a:prstGeom prst="homePlat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08640" tIns="121920" rIns="227584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3200" kern="1200" dirty="0"/>
            <a:t>Entrega Avances Informe </a:t>
          </a:r>
        </a:p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3200" kern="1200" dirty="0"/>
            <a:t>IEEE 27% + A/C 3%</a:t>
          </a:r>
          <a:endParaRPr lang="es-CO" sz="4000" kern="1200" dirty="0"/>
        </a:p>
      </dsp:txBody>
      <dsp:txXfrm rot="10800000">
        <a:off x="2185716" y="1935"/>
        <a:ext cx="5592724" cy="1380222"/>
      </dsp:txXfrm>
    </dsp:sp>
    <dsp:sp modelId="{3ADBEB9C-A865-472D-8392-B4DDA239B1C5}">
      <dsp:nvSpPr>
        <dsp:cNvPr id="0" name=""/>
        <dsp:cNvSpPr/>
      </dsp:nvSpPr>
      <dsp:spPr>
        <a:xfrm>
          <a:off x="1150550" y="1935"/>
          <a:ext cx="1380222" cy="1380222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9D6EA697-A9A5-474F-A2F1-F31D8DEBA84D}">
      <dsp:nvSpPr>
        <dsp:cNvPr id="0" name=""/>
        <dsp:cNvSpPr/>
      </dsp:nvSpPr>
      <dsp:spPr>
        <a:xfrm rot="10800000">
          <a:off x="1840661" y="1794164"/>
          <a:ext cx="5937779" cy="1380222"/>
        </a:xfrm>
        <a:prstGeom prst="homePlate">
          <a:avLst/>
        </a:prstGeom>
        <a:solidFill>
          <a:schemeClr val="accent5">
            <a:hueOff val="-3379271"/>
            <a:satOff val="-8710"/>
            <a:lumOff val="-5883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08640" tIns="125730" rIns="234696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3300" kern="1200" dirty="0"/>
            <a:t>Informe Final</a:t>
          </a:r>
        </a:p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3300" kern="1200" dirty="0"/>
            <a:t>IEEE 27 % + A/C 3%</a:t>
          </a:r>
        </a:p>
      </dsp:txBody>
      <dsp:txXfrm rot="10800000">
        <a:off x="2185716" y="1794164"/>
        <a:ext cx="5592724" cy="1380222"/>
      </dsp:txXfrm>
    </dsp:sp>
    <dsp:sp modelId="{FBB88129-ACAF-4383-9E39-0E356C3188DA}">
      <dsp:nvSpPr>
        <dsp:cNvPr id="0" name=""/>
        <dsp:cNvSpPr/>
      </dsp:nvSpPr>
      <dsp:spPr>
        <a:xfrm>
          <a:off x="1150550" y="1794164"/>
          <a:ext cx="1380222" cy="1380222"/>
        </a:xfrm>
        <a:prstGeom prst="ellipse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5000" r="-25000"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BE850FB0-44D5-4221-960A-6A2DC325A6BA}">
      <dsp:nvSpPr>
        <dsp:cNvPr id="0" name=""/>
        <dsp:cNvSpPr/>
      </dsp:nvSpPr>
      <dsp:spPr>
        <a:xfrm rot="10800000">
          <a:off x="1840661" y="3586393"/>
          <a:ext cx="5937779" cy="1380222"/>
        </a:xfrm>
        <a:prstGeom prst="homePlate">
          <a:avLst/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08640" tIns="125730" rIns="234696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3300" kern="1200" dirty="0"/>
            <a:t>Sustentación 36% + A/C 4%</a:t>
          </a:r>
        </a:p>
      </dsp:txBody>
      <dsp:txXfrm rot="10800000">
        <a:off x="2185716" y="3586393"/>
        <a:ext cx="5592724" cy="1380222"/>
      </dsp:txXfrm>
    </dsp:sp>
    <dsp:sp modelId="{52620D8A-1F9B-48CF-AAF6-B02E3A337616}">
      <dsp:nvSpPr>
        <dsp:cNvPr id="0" name=""/>
        <dsp:cNvSpPr/>
      </dsp:nvSpPr>
      <dsp:spPr>
        <a:xfrm>
          <a:off x="1150550" y="3586393"/>
          <a:ext cx="1380222" cy="1380222"/>
        </a:xfrm>
        <a:prstGeom prst="ellipse">
          <a:avLst/>
        </a:prstGeom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5000" r="-25000"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50F5849-49DC-4034-99E9-D0B5A5D7194C}">
      <dsp:nvSpPr>
        <dsp:cNvPr id="0" name=""/>
        <dsp:cNvSpPr/>
      </dsp:nvSpPr>
      <dsp:spPr>
        <a:xfrm>
          <a:off x="3377" y="108989"/>
          <a:ext cx="3651777" cy="2725974"/>
        </a:xfrm>
        <a:prstGeom prst="round2SameRect">
          <a:avLst>
            <a:gd name="adj1" fmla="val 8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106680" rIns="35560" bIns="35560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2800" kern="1200" dirty="0">
              <a:latin typeface="Sans Serif "/>
            </a:rPr>
            <a:t>PDF (</a:t>
          </a:r>
          <a:r>
            <a:rPr lang="es-CO" sz="2800" kern="1200" dirty="0" err="1">
              <a:latin typeface="Sans Serif "/>
            </a:rPr>
            <a:t>word</a:t>
          </a:r>
          <a:r>
            <a:rPr lang="es-CO" sz="2800" kern="1200" dirty="0">
              <a:latin typeface="Sans Serif "/>
            </a:rPr>
            <a:t>, </a:t>
          </a:r>
          <a:r>
            <a:rPr lang="es-CO" sz="2800" kern="1200" dirty="0" err="1">
              <a:latin typeface="Sans Serif "/>
            </a:rPr>
            <a:t>latex</a:t>
          </a:r>
          <a:r>
            <a:rPr lang="es-CO" sz="2800" kern="1200" dirty="0">
              <a:latin typeface="Sans Serif "/>
            </a:rPr>
            <a:t>, </a:t>
          </a:r>
          <a:r>
            <a:rPr lang="es-CO" sz="2800" kern="1200" dirty="0" err="1">
              <a:latin typeface="Sans Serif "/>
            </a:rPr>
            <a:t>etc</a:t>
          </a:r>
          <a:r>
            <a:rPr lang="es-CO" sz="2800" kern="1200" dirty="0">
              <a:latin typeface="Sans Serif "/>
            </a:rPr>
            <a:t>)</a:t>
          </a: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2800" kern="1200" dirty="0">
              <a:latin typeface="Sans Serif "/>
            </a:rPr>
            <a:t>Entrega Informes: Sesión según fecha**</a:t>
          </a: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2800" kern="1200" dirty="0">
              <a:latin typeface="Sans Serif "/>
            </a:rPr>
            <a:t>Entrega: Correo/Drive*</a:t>
          </a:r>
        </a:p>
      </dsp:txBody>
      <dsp:txXfrm>
        <a:off x="67250" y="172862"/>
        <a:ext cx="3524031" cy="2662101"/>
      </dsp:txXfrm>
    </dsp:sp>
    <dsp:sp modelId="{20E2EC33-8638-4FBA-B832-B01CECD6C266}">
      <dsp:nvSpPr>
        <dsp:cNvPr id="0" name=""/>
        <dsp:cNvSpPr/>
      </dsp:nvSpPr>
      <dsp:spPr>
        <a:xfrm>
          <a:off x="3377" y="2834964"/>
          <a:ext cx="3651777" cy="1172169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0" rIns="38100" bIns="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O" sz="3000" kern="1200" dirty="0"/>
        </a:p>
      </dsp:txBody>
      <dsp:txXfrm>
        <a:off x="3377" y="2834964"/>
        <a:ext cx="2571674" cy="1172169"/>
      </dsp:txXfrm>
    </dsp:sp>
    <dsp:sp modelId="{B915FC40-4CB0-4AF2-9935-C42710070A53}">
      <dsp:nvSpPr>
        <dsp:cNvPr id="0" name=""/>
        <dsp:cNvSpPr/>
      </dsp:nvSpPr>
      <dsp:spPr>
        <a:xfrm>
          <a:off x="2644586" y="2759546"/>
          <a:ext cx="1278121" cy="1278121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CCD188B-F08E-4BDC-B729-FEF94633D233}">
      <dsp:nvSpPr>
        <dsp:cNvPr id="0" name=""/>
        <dsp:cNvSpPr/>
      </dsp:nvSpPr>
      <dsp:spPr>
        <a:xfrm>
          <a:off x="4273123" y="108989"/>
          <a:ext cx="3651777" cy="2725974"/>
        </a:xfrm>
        <a:prstGeom prst="round2SameRect">
          <a:avLst>
            <a:gd name="adj1" fmla="val 8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6758543"/>
              <a:satOff val="-17419"/>
              <a:lumOff val="-1176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106680" rIns="35560" bIns="35560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2800" kern="1200" dirty="0"/>
            <a:t>Puntualidad (se tomará asistencia)</a:t>
          </a: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2800" kern="1200" dirty="0"/>
            <a:t>Puntualidad entrega</a:t>
          </a: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2800" kern="1200" dirty="0"/>
            <a:t>Participación</a:t>
          </a:r>
        </a:p>
      </dsp:txBody>
      <dsp:txXfrm>
        <a:off x="4336996" y="172862"/>
        <a:ext cx="3524031" cy="2662101"/>
      </dsp:txXfrm>
    </dsp:sp>
    <dsp:sp modelId="{319510DE-E492-4992-815A-6D2A3FEC7E56}">
      <dsp:nvSpPr>
        <dsp:cNvPr id="0" name=""/>
        <dsp:cNvSpPr/>
      </dsp:nvSpPr>
      <dsp:spPr>
        <a:xfrm>
          <a:off x="4273123" y="2834964"/>
          <a:ext cx="3651777" cy="1172169"/>
        </a:xfrm>
        <a:prstGeom prst="rect">
          <a:avLst/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2700" cap="flat" cmpd="sng" algn="ctr">
          <a:solidFill>
            <a:schemeClr val="accent5">
              <a:hueOff val="-6758543"/>
              <a:satOff val="-17419"/>
              <a:lumOff val="-1176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0" rIns="38100" bIns="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3000" kern="1200" dirty="0">
              <a:latin typeface="Sans Serif "/>
            </a:rPr>
            <a:t>ASISTENCIA Y PARTICIPACIÓN</a:t>
          </a:r>
        </a:p>
      </dsp:txBody>
      <dsp:txXfrm>
        <a:off x="4273123" y="2834964"/>
        <a:ext cx="2571674" cy="1172169"/>
      </dsp:txXfrm>
    </dsp:sp>
    <dsp:sp modelId="{2704129E-B416-4D03-87A2-578EB5E24D26}">
      <dsp:nvSpPr>
        <dsp:cNvPr id="0" name=""/>
        <dsp:cNvSpPr/>
      </dsp:nvSpPr>
      <dsp:spPr>
        <a:xfrm>
          <a:off x="6951478" y="2764058"/>
          <a:ext cx="1278121" cy="1278121"/>
        </a:xfrm>
        <a:prstGeom prst="ellipse">
          <a:avLst/>
        </a:prstGeom>
        <a:blipFill dpi="0" rotWithShape="1"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bList2">
  <dgm:title val=""/>
  <dgm:desc val=""/>
  <dgm:catLst>
    <dgm:cat type="list" pri="7000"/>
    <dgm:cat type="convert" pri="16000"/>
    <dgm:cat type="picture" pri="28000"/>
    <dgm:cat type="pictureconvert" pri="28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dir/>
      <dgm:animLvl val="lvl"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w" for="ch" ptType="sibTrans" refType="w" refFor="ch" refForName="compNode" op="equ" fact="0.08"/>
      <dgm:constr type="sp" refType="w" refFor="ch" refForName="compNode" op="equ" fact="0.16"/>
      <dgm:constr type="primFontSz" for="des" forName="parentText" op="equ" val="65"/>
      <dgm:constr type="primFontSz" for="des" forName="childRect" op="equ" val="65"/>
    </dgm:constrLst>
    <dgm:ruleLst/>
    <dgm:forEach name="nodesForEach" axis="ch" ptType="node">
      <dgm:layoutNode name="compNode">
        <dgm:alg type="composite">
          <dgm:param type="ar" val="0.943"/>
        </dgm:alg>
        <dgm:shape xmlns:r="http://schemas.openxmlformats.org/officeDocument/2006/relationships" r:blip="">
          <dgm:adjLst/>
        </dgm:shape>
        <dgm:presOf/>
        <dgm:choose name="Name3">
          <dgm:if name="Name4" axis="self" func="var" arg="dir" op="equ" val="norm">
            <dgm:constrLst>
              <dgm:constr type="w" val="1"/>
              <dgm:constr type="h" refType="w" fact="1.06"/>
              <dgm:constr type="h" for="ch" forName="childRect" refType="h" fact="0.65"/>
              <dgm:constr type="w" for="ch" forName="childRect" refType="w" fact="0.923"/>
              <dgm:constr type="l" for="ch" forName="childRect"/>
              <dgm:constr type="t" for="ch" forName="childRect"/>
              <dgm:constr type="w" for="ch" forName="parentText" refType="w" fact="0.65"/>
              <dgm:constr type="h" for="ch" forName="parentText" refType="h" refFor="ch" refForName="childRect" fact="0.43"/>
              <dgm:constr type="l" for="ch" forName="parentText"/>
              <dgm:constr type="t" for="ch" forName="parentText" refType="h" refFor="ch" refForName="childRect"/>
              <dgm:constr type="w" for="ch" forName="parentRect" refType="w" fact="0.923"/>
              <dgm:constr type="h" for="ch" forName="parentRect" refType="h" refFor="ch" refForName="parentText"/>
              <dgm:constr type="l" for="ch" forName="parentRect"/>
              <dgm:constr type="t" for="ch" forName="parentRect" refType="t" refFor="ch" refForName="parentText"/>
              <dgm:constr type="w" for="ch" forName="adorn" refType="w" refFor="ch" refForName="parentRect" fact="0.35"/>
              <dgm:constr type="h" for="ch" forName="adorn" refType="w" refFor="ch" refForName="parentRect" fact="0.35"/>
              <dgm:constr type="b" for="ch" forName="adorn" refType="h"/>
              <dgm:constr type="r" for="ch" forName="adorn" refType="w"/>
            </dgm:constrLst>
          </dgm:if>
          <dgm:else name="Name5">
            <dgm:constrLst>
              <dgm:constr type="w" val="1"/>
              <dgm:constr type="h" refType="w" fact="1.06"/>
              <dgm:constr type="h" for="ch" forName="childRect" refType="h" fact="0.65"/>
              <dgm:constr type="w" for="ch" forName="childRect" refType="w" fact="0.923"/>
              <dgm:constr type="r" for="ch" forName="childRect" refType="w"/>
              <dgm:constr type="t" for="ch" forName="childRect"/>
              <dgm:constr type="w" for="ch" forName="parentText" refType="w" fact="0.65"/>
              <dgm:constr type="h" for="ch" forName="parentText" refType="h" refFor="ch" refForName="childRect" fact="0.43"/>
              <dgm:constr type="r" for="ch" forName="parentText" refType="w"/>
              <dgm:constr type="t" for="ch" forName="parentText" refType="h" refFor="ch" refForName="childRect"/>
              <dgm:constr type="w" for="ch" forName="parentRect" refType="w" fact="0.923"/>
              <dgm:constr type="h" for="ch" forName="parentRect" refType="h" refFor="ch" refForName="parentText"/>
              <dgm:constr type="r" for="ch" forName="parentRect" refType="w"/>
              <dgm:constr type="t" for="ch" forName="parentRect" refType="t" refFor="ch" refForName="parentText"/>
              <dgm:constr type="w" for="ch" forName="adorn" refType="w" refFor="ch" refForName="parentRect" fact="0.35"/>
              <dgm:constr type="h" for="ch" forName="adorn" refType="w" refFor="ch" refForName="parentRect" fact="0.35"/>
              <dgm:constr type="b" for="ch" forName="adorn" refType="h"/>
              <dgm:constr type="l" for="ch" forName="adorn"/>
            </dgm:constrLst>
          </dgm:else>
        </dgm:choose>
        <dgm:ruleLst/>
        <dgm:layoutNode name="childRect" styleLbl="b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2SameRect" r:blip="">
            <dgm:adjLst>
              <dgm:adj idx="1" val="0.08"/>
            </dgm:adjLst>
          </dgm:shape>
          <dgm:presOf axis="des" ptType="node"/>
          <dgm:constrLst>
            <dgm:constr type="secFontSz" refType="primFontSz"/>
            <dgm:constr type="tMarg" refType="primFontSz" fact="0.3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layoutNode name="parentText">
          <dgm:varLst>
            <dgm:chMax val="0"/>
            <dgm:bulletEnabled val="1"/>
          </dgm:varLst>
          <dgm:choose name="Name6">
            <dgm:if name="Name7" func="var" arg="dir" op="equ" val="norm">
              <dgm:alg type="tx">
                <dgm:param type="parTxLTRAlign" val="l"/>
                <dgm:param type="parTxRTLAlign" val="l"/>
              </dgm:alg>
            </dgm:if>
            <dgm:else name="Name8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ect" r:blip="" zOrderOff="1" hideGeom="1">
            <dgm:adjLst/>
          </dgm:shape>
          <dgm:presOf axis="self" ptType="node"/>
          <dgm:constrLst>
            <dgm:constr type="tMarg"/>
            <dgm:constr type="bMarg"/>
            <dgm:constr type="lMarg" refType="primFontSz" fact="0.3"/>
            <dgm:constr type="rMarg" refType="primFontSz" fact="0.1"/>
          </dgm:constrLst>
          <dgm:ruleLst>
            <dgm:rule type="primFontSz" val="5" fact="NaN" max="NaN"/>
          </dgm:ruleLst>
        </dgm:layoutNode>
        <dgm:layoutNode name="parentRect" styleLbl="alignNode1">
          <dgm:alg type="sp"/>
          <dgm:shape xmlns:r="http://schemas.openxmlformats.org/officeDocument/2006/relationships" type="rect" r:blip="">
            <dgm:adjLst/>
          </dgm:shape>
          <dgm:presOf axis="self" ptType="node"/>
          <dgm:constrLst/>
          <dgm:ruleLst/>
        </dgm:layoutNode>
        <dgm:layoutNode name="adorn" styleLbl="fgAccFollowNod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w" val="1"/>
            <dgm:constr type="h" refType="w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>
            <a:extLst>
              <a:ext uri="{FF2B5EF4-FFF2-40B4-BE49-F238E27FC236}">
                <a16:creationId xmlns:a16="http://schemas.microsoft.com/office/drawing/2014/main" id="{47915143-6094-49C4-8478-307681A6487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s-CO"/>
          </a:p>
        </p:txBody>
      </p:sp>
      <p:sp>
        <p:nvSpPr>
          <p:cNvPr id="3" name="2 Marcador de fecha">
            <a:extLst>
              <a:ext uri="{FF2B5EF4-FFF2-40B4-BE49-F238E27FC236}">
                <a16:creationId xmlns:a16="http://schemas.microsoft.com/office/drawing/2014/main" id="{E61AFD88-643E-4E4D-8153-8A3839D76EF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0BB1C097-8B49-4A36-A7FA-8C8F0C277D41}" type="datetimeFigureOut">
              <a:rPr lang="es-CO"/>
              <a:pPr>
                <a:defRPr/>
              </a:pPr>
              <a:t>6/02/2026</a:t>
            </a:fld>
            <a:endParaRPr lang="es-CO"/>
          </a:p>
        </p:txBody>
      </p:sp>
      <p:sp>
        <p:nvSpPr>
          <p:cNvPr id="4" name="3 Marcador de pie de página">
            <a:extLst>
              <a:ext uri="{FF2B5EF4-FFF2-40B4-BE49-F238E27FC236}">
                <a16:creationId xmlns:a16="http://schemas.microsoft.com/office/drawing/2014/main" id="{3BE10141-B975-4F90-A194-E7FDEF6D962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s-CO"/>
          </a:p>
        </p:txBody>
      </p:sp>
      <p:sp>
        <p:nvSpPr>
          <p:cNvPr id="5" name="4 Marcador de número de diapositiva">
            <a:extLst>
              <a:ext uri="{FF2B5EF4-FFF2-40B4-BE49-F238E27FC236}">
                <a16:creationId xmlns:a16="http://schemas.microsoft.com/office/drawing/2014/main" id="{CB5420F6-B73B-496E-99A5-DA0DEB49103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07E2DAB9-AA88-43A6-983F-CB4A7A312EAD}" type="slidenum">
              <a:rPr lang="es-CO" altLang="es-CO"/>
              <a:pPr>
                <a:defRPr/>
              </a:pPr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>
            <a:extLst>
              <a:ext uri="{FF2B5EF4-FFF2-40B4-BE49-F238E27FC236}">
                <a16:creationId xmlns:a16="http://schemas.microsoft.com/office/drawing/2014/main" id="{2C95AF31-5149-4332-A5F3-9D9CFCFA32E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s-CO"/>
          </a:p>
        </p:txBody>
      </p:sp>
      <p:sp>
        <p:nvSpPr>
          <p:cNvPr id="3" name="2 Marcador de fecha">
            <a:extLst>
              <a:ext uri="{FF2B5EF4-FFF2-40B4-BE49-F238E27FC236}">
                <a16:creationId xmlns:a16="http://schemas.microsoft.com/office/drawing/2014/main" id="{D4B5AF27-5D83-4D95-A156-928EF9B608B2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5A0040F3-314B-4AAA-954A-3936AF2F78D0}" type="datetimeFigureOut">
              <a:rPr lang="es-CO"/>
              <a:pPr>
                <a:defRPr/>
              </a:pPr>
              <a:t>6/02/2026</a:t>
            </a:fld>
            <a:endParaRPr lang="es-CO"/>
          </a:p>
        </p:txBody>
      </p:sp>
      <p:sp>
        <p:nvSpPr>
          <p:cNvPr id="4" name="3 Marcador de imagen de diapositiva">
            <a:extLst>
              <a:ext uri="{FF2B5EF4-FFF2-40B4-BE49-F238E27FC236}">
                <a16:creationId xmlns:a16="http://schemas.microsoft.com/office/drawing/2014/main" id="{090DF562-10D4-4334-812B-4254934B629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s-CO" noProof="0"/>
          </a:p>
        </p:txBody>
      </p:sp>
      <p:sp>
        <p:nvSpPr>
          <p:cNvPr id="5" name="4 Marcador de notas">
            <a:extLst>
              <a:ext uri="{FF2B5EF4-FFF2-40B4-BE49-F238E27FC236}">
                <a16:creationId xmlns:a16="http://schemas.microsoft.com/office/drawing/2014/main" id="{0DF2FAE4-4DE9-447F-A5F2-283E54F417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noProof="0"/>
              <a:t>Haga clic para modificar el estilo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s-CO" noProof="0"/>
          </a:p>
        </p:txBody>
      </p:sp>
      <p:sp>
        <p:nvSpPr>
          <p:cNvPr id="6" name="5 Marcador de pie de página">
            <a:extLst>
              <a:ext uri="{FF2B5EF4-FFF2-40B4-BE49-F238E27FC236}">
                <a16:creationId xmlns:a16="http://schemas.microsoft.com/office/drawing/2014/main" id="{7D994E73-BBA8-4FBD-B1A6-0A295B07407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s-CO"/>
          </a:p>
        </p:txBody>
      </p:sp>
      <p:sp>
        <p:nvSpPr>
          <p:cNvPr id="7" name="6 Marcador de número de diapositiva">
            <a:extLst>
              <a:ext uri="{FF2B5EF4-FFF2-40B4-BE49-F238E27FC236}">
                <a16:creationId xmlns:a16="http://schemas.microsoft.com/office/drawing/2014/main" id="{4D0EE3C9-11EB-42C6-BDB8-87C72B3F84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2D1E0FDF-8C6F-43B4-8722-700C06D0C414}" type="slidenum">
              <a:rPr lang="es-CO" altLang="es-CO"/>
              <a:pPr>
                <a:defRPr/>
              </a:pPr>
              <a:t>‹Nº›</a:t>
            </a:fld>
            <a:endParaRPr lang="es-CO" altLang="es-C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1 Marcador de imagen de diapositiva">
            <a:extLst>
              <a:ext uri="{FF2B5EF4-FFF2-40B4-BE49-F238E27FC236}">
                <a16:creationId xmlns:a16="http://schemas.microsoft.com/office/drawing/2014/main" id="{78D3C7C4-FFB3-42B6-A4B0-ED4A84AF8C2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2 Marcador de notas">
            <a:extLst>
              <a:ext uri="{FF2B5EF4-FFF2-40B4-BE49-F238E27FC236}">
                <a16:creationId xmlns:a16="http://schemas.microsoft.com/office/drawing/2014/main" id="{E86488B3-6D5E-452F-A655-0C78399B0D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CO" altLang="es-CO"/>
          </a:p>
        </p:txBody>
      </p:sp>
      <p:sp>
        <p:nvSpPr>
          <p:cNvPr id="6148" name="3 Marcador de número de diapositiva">
            <a:extLst>
              <a:ext uri="{FF2B5EF4-FFF2-40B4-BE49-F238E27FC236}">
                <a16:creationId xmlns:a16="http://schemas.microsoft.com/office/drawing/2014/main" id="{7A241DB1-0FDE-44DC-B1DD-D836F28027B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28E7ECF6-8A67-4CA6-BDA2-9506B8AC7939}" type="slidenum">
              <a:rPr lang="es-CO" altLang="es-CO" smtClean="0"/>
              <a:pPr>
                <a:spcBef>
                  <a:spcPct val="0"/>
                </a:spcBef>
              </a:pPr>
              <a:t>1</a:t>
            </a:fld>
            <a:endParaRPr lang="es-CO" altLang="es-CO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1 Marcador de imagen de diapositiva">
            <a:extLst>
              <a:ext uri="{FF2B5EF4-FFF2-40B4-BE49-F238E27FC236}">
                <a16:creationId xmlns:a16="http://schemas.microsoft.com/office/drawing/2014/main" id="{4C411F14-5FD8-4DBC-9C57-AE892088798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435" name="2 Marcador de notas">
            <a:extLst>
              <a:ext uri="{FF2B5EF4-FFF2-40B4-BE49-F238E27FC236}">
                <a16:creationId xmlns:a16="http://schemas.microsoft.com/office/drawing/2014/main" id="{67D6F3E0-407B-4E02-90D9-37A84A4FB9A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CO" altLang="es-CO"/>
          </a:p>
        </p:txBody>
      </p:sp>
      <p:sp>
        <p:nvSpPr>
          <p:cNvPr id="18436" name="3 Marcador de número de diapositiva">
            <a:extLst>
              <a:ext uri="{FF2B5EF4-FFF2-40B4-BE49-F238E27FC236}">
                <a16:creationId xmlns:a16="http://schemas.microsoft.com/office/drawing/2014/main" id="{762B5990-28A5-409A-9061-CB68EEF6E7E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58D0631-52D7-4F62-804B-090FF8CB1C10}" type="slidenum">
              <a:rPr lang="es-CO" altLang="es-CO" smtClean="0"/>
              <a:pPr>
                <a:spcBef>
                  <a:spcPct val="0"/>
                </a:spcBef>
              </a:pPr>
              <a:t>3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16004976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1 Marcador de imagen de diapositiva">
            <a:extLst>
              <a:ext uri="{FF2B5EF4-FFF2-40B4-BE49-F238E27FC236}">
                <a16:creationId xmlns:a16="http://schemas.microsoft.com/office/drawing/2014/main" id="{260D1970-13BF-44DC-9886-6E67D35FDD3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1" name="2 Marcador de notas">
            <a:extLst>
              <a:ext uri="{FF2B5EF4-FFF2-40B4-BE49-F238E27FC236}">
                <a16:creationId xmlns:a16="http://schemas.microsoft.com/office/drawing/2014/main" id="{6BFED306-39A9-4CC8-97F4-8E7ABA1E7C2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CO" altLang="es-CO"/>
          </a:p>
        </p:txBody>
      </p:sp>
      <p:sp>
        <p:nvSpPr>
          <p:cNvPr id="12292" name="3 Marcador de número de diapositiva">
            <a:extLst>
              <a:ext uri="{FF2B5EF4-FFF2-40B4-BE49-F238E27FC236}">
                <a16:creationId xmlns:a16="http://schemas.microsoft.com/office/drawing/2014/main" id="{90234881-975B-402B-A928-CF07A16ACBF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6A04CF6-E9A9-4CB5-A38D-CF2C64EF1161}" type="slidenum">
              <a:rPr lang="es-CO" altLang="es-CO" smtClean="0"/>
              <a:pPr>
                <a:spcBef>
                  <a:spcPct val="0"/>
                </a:spcBef>
              </a:pPr>
              <a:t>4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38510683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1 Marcador de imagen de diapositiva">
            <a:extLst>
              <a:ext uri="{FF2B5EF4-FFF2-40B4-BE49-F238E27FC236}">
                <a16:creationId xmlns:a16="http://schemas.microsoft.com/office/drawing/2014/main" id="{8FF20E69-3DAA-4649-9DBB-F1F91AA1CB7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2 Marcador de notas">
            <a:extLst>
              <a:ext uri="{FF2B5EF4-FFF2-40B4-BE49-F238E27FC236}">
                <a16:creationId xmlns:a16="http://schemas.microsoft.com/office/drawing/2014/main" id="{B84EFAB2-EFC5-4F3C-A767-244B1A166DD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CO" altLang="es-CO"/>
          </a:p>
        </p:txBody>
      </p:sp>
      <p:sp>
        <p:nvSpPr>
          <p:cNvPr id="8196" name="3 Marcador de número de diapositiva">
            <a:extLst>
              <a:ext uri="{FF2B5EF4-FFF2-40B4-BE49-F238E27FC236}">
                <a16:creationId xmlns:a16="http://schemas.microsoft.com/office/drawing/2014/main" id="{BC89D700-3CA6-48AA-BB4C-8322799C5A8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426BCAE-FD42-4A3C-8F9E-A42C19F9C98B}" type="slidenum">
              <a:rPr lang="es-CO" altLang="es-CO" smtClean="0"/>
              <a:pPr>
                <a:spcBef>
                  <a:spcPct val="0"/>
                </a:spcBef>
              </a:pPr>
              <a:t>5</a:t>
            </a:fld>
            <a:endParaRPr lang="es-CO" altLang="es-CO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1 Marcador de imagen de diapositiva">
            <a:extLst>
              <a:ext uri="{FF2B5EF4-FFF2-40B4-BE49-F238E27FC236}">
                <a16:creationId xmlns:a16="http://schemas.microsoft.com/office/drawing/2014/main" id="{A56DD2AA-61EF-4380-8F5F-40ED8EEF827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2 Marcador de notas">
            <a:extLst>
              <a:ext uri="{FF2B5EF4-FFF2-40B4-BE49-F238E27FC236}">
                <a16:creationId xmlns:a16="http://schemas.microsoft.com/office/drawing/2014/main" id="{96E07582-9532-4EEA-A496-0EEE5D273A5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CO" altLang="es-CO" dirty="0"/>
          </a:p>
        </p:txBody>
      </p:sp>
      <p:sp>
        <p:nvSpPr>
          <p:cNvPr id="14340" name="3 Marcador de número de diapositiva">
            <a:extLst>
              <a:ext uri="{FF2B5EF4-FFF2-40B4-BE49-F238E27FC236}">
                <a16:creationId xmlns:a16="http://schemas.microsoft.com/office/drawing/2014/main" id="{3528994E-D050-4244-AEAB-174CE280928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A8A85802-30F1-42EE-BC91-C46DAA2F84D5}" type="slidenum">
              <a:rPr lang="es-CO" altLang="es-CO" smtClean="0"/>
              <a:pPr>
                <a:spcBef>
                  <a:spcPct val="0"/>
                </a:spcBef>
              </a:pPr>
              <a:t>6</a:t>
            </a:fld>
            <a:endParaRPr lang="es-CO" altLang="es-CO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1 Marcador de imagen de diapositiva">
            <a:extLst>
              <a:ext uri="{FF2B5EF4-FFF2-40B4-BE49-F238E27FC236}">
                <a16:creationId xmlns:a16="http://schemas.microsoft.com/office/drawing/2014/main" id="{49DEC007-5864-4131-A49C-A215E5AA505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7" name="2 Marcador de notas">
            <a:extLst>
              <a:ext uri="{FF2B5EF4-FFF2-40B4-BE49-F238E27FC236}">
                <a16:creationId xmlns:a16="http://schemas.microsoft.com/office/drawing/2014/main" id="{9315BA39-5720-4204-8D2D-3C5CF9E47C6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CO" altLang="es-CO"/>
          </a:p>
        </p:txBody>
      </p:sp>
      <p:sp>
        <p:nvSpPr>
          <p:cNvPr id="16388" name="3 Marcador de número de diapositiva">
            <a:extLst>
              <a:ext uri="{FF2B5EF4-FFF2-40B4-BE49-F238E27FC236}">
                <a16:creationId xmlns:a16="http://schemas.microsoft.com/office/drawing/2014/main" id="{C968590B-F046-48BF-970D-F7DE2199E42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0810BD95-6B74-41D9-9DDB-4485971ED202}" type="slidenum">
              <a:rPr lang="es-CO" altLang="es-CO" smtClean="0"/>
              <a:pPr>
                <a:spcBef>
                  <a:spcPct val="0"/>
                </a:spcBef>
              </a:pPr>
              <a:t>7</a:t>
            </a:fld>
            <a:endParaRPr lang="es-CO" altLang="es-CO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1 Marcador de imagen de diapositiva">
            <a:extLst>
              <a:ext uri="{FF2B5EF4-FFF2-40B4-BE49-F238E27FC236}">
                <a16:creationId xmlns:a16="http://schemas.microsoft.com/office/drawing/2014/main" id="{4C411F14-5FD8-4DBC-9C57-AE892088798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435" name="2 Marcador de notas">
            <a:extLst>
              <a:ext uri="{FF2B5EF4-FFF2-40B4-BE49-F238E27FC236}">
                <a16:creationId xmlns:a16="http://schemas.microsoft.com/office/drawing/2014/main" id="{67D6F3E0-407B-4E02-90D9-37A84A4FB9A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CO" altLang="es-CO"/>
          </a:p>
        </p:txBody>
      </p:sp>
      <p:sp>
        <p:nvSpPr>
          <p:cNvPr id="18436" name="3 Marcador de número de diapositiva">
            <a:extLst>
              <a:ext uri="{FF2B5EF4-FFF2-40B4-BE49-F238E27FC236}">
                <a16:creationId xmlns:a16="http://schemas.microsoft.com/office/drawing/2014/main" id="{762B5990-28A5-409A-9061-CB68EEF6E7E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58D0631-52D7-4F62-804B-090FF8CB1C10}" type="slidenum">
              <a:rPr lang="es-CO" altLang="es-CO" smtClean="0"/>
              <a:pPr>
                <a:spcBef>
                  <a:spcPct val="0"/>
                </a:spcBef>
              </a:pPr>
              <a:t>8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30589862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1 Marcador de imagen de diapositiva">
            <a:extLst>
              <a:ext uri="{FF2B5EF4-FFF2-40B4-BE49-F238E27FC236}">
                <a16:creationId xmlns:a16="http://schemas.microsoft.com/office/drawing/2014/main" id="{78D240F3-EE53-4692-9233-6897F7B7759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2 Marcador de notas">
            <a:extLst>
              <a:ext uri="{FF2B5EF4-FFF2-40B4-BE49-F238E27FC236}">
                <a16:creationId xmlns:a16="http://schemas.microsoft.com/office/drawing/2014/main" id="{C29044F1-D854-4FFF-A3D0-D25E96AD402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CO" altLang="es-CO"/>
          </a:p>
        </p:txBody>
      </p:sp>
      <p:sp>
        <p:nvSpPr>
          <p:cNvPr id="22532" name="3 Marcador de número de diapositiva">
            <a:extLst>
              <a:ext uri="{FF2B5EF4-FFF2-40B4-BE49-F238E27FC236}">
                <a16:creationId xmlns:a16="http://schemas.microsoft.com/office/drawing/2014/main" id="{6667A044-704D-4D57-B392-9E4B1DFAA02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496462D-5E5D-447D-AE71-B58C21E34CDB}" type="slidenum">
              <a:rPr lang="es-CO" altLang="es-CO" smtClean="0"/>
              <a:pPr>
                <a:spcBef>
                  <a:spcPct val="0"/>
                </a:spcBef>
              </a:pPr>
              <a:t>9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23066260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320F6C-4CB6-1231-6926-9D1C0EFBBA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871532A-F766-06A1-B904-5E7DD21FD9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1762F4B-DC61-F7F5-8966-D2718230E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7635E-2D71-42E7-9E6C-FBB85A15A85F}" type="datetimeFigureOut">
              <a:rPr lang="es-CO" smtClean="0"/>
              <a:t>6/02/2026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13D9FE6-9A5C-9367-1C28-183D385B8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3DBBB9F-3052-B3AE-E085-BB27B5033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532E1E3-6AB7-4D92-A33A-F043E6C5B717}" type="slidenum">
              <a:rPr lang="es-CO" altLang="es-CO" smtClean="0"/>
              <a:pPr>
                <a:defRPr/>
              </a:pPr>
              <a:t>‹Nº›</a:t>
            </a:fld>
            <a:endParaRPr lang="es-CO" altLang="es-CO"/>
          </a:p>
        </p:txBody>
      </p:sp>
      <p:sp>
        <p:nvSpPr>
          <p:cNvPr id="7" name="7 Rectángulo">
            <a:extLst>
              <a:ext uri="{FF2B5EF4-FFF2-40B4-BE49-F238E27FC236}">
                <a16:creationId xmlns:a16="http://schemas.microsoft.com/office/drawing/2014/main" id="{4EDA08D5-F667-8787-0063-21E612015DD7}"/>
              </a:ext>
            </a:extLst>
          </p:cNvPr>
          <p:cNvSpPr/>
          <p:nvPr userDrawn="1"/>
        </p:nvSpPr>
        <p:spPr>
          <a:xfrm>
            <a:off x="0" y="5786438"/>
            <a:ext cx="9144000" cy="1071562"/>
          </a:xfrm>
          <a:prstGeom prst="rect">
            <a:avLst/>
          </a:prstGeom>
          <a:solidFill>
            <a:srgbClr val="D5D6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759210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BD68A1-6D68-CD6D-C3FD-91DA62A29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6398EC3-5D4E-468C-F30B-CE65607984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49830B3-74C5-1ACB-B556-F55E98F593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7635E-2D71-42E7-9E6C-FBB85A15A85F}" type="datetimeFigureOut">
              <a:rPr lang="es-CO" smtClean="0"/>
              <a:t>6/02/2026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327DCF0-C431-0852-42CE-95C44852C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D46AD75-DF05-40EA-B4F3-3CF83558E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F219D7D-12FE-4B7D-95D8-6A0F2828D8E3}" type="slidenum">
              <a:rPr lang="es-CO" altLang="es-CO" smtClean="0"/>
              <a:pPr>
                <a:defRPr/>
              </a:pPr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375491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C31533-0C84-ADE9-99EA-26241D9B4F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01E6E27-3202-D0B8-F283-8CFBD093E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68D6381-9943-A208-5F45-856FCB429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7635E-2D71-42E7-9E6C-FBB85A15A85F}" type="datetimeFigureOut">
              <a:rPr lang="es-CO" smtClean="0"/>
              <a:t>6/02/2026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69BCE5B-A275-1968-3267-A868EB60BB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2B90775-642D-4759-324A-AE1E31858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8D14026-6FB7-464F-BD55-9983151CEDB0}" type="slidenum">
              <a:rPr lang="es-CO" altLang="es-CO" smtClean="0"/>
              <a:pPr>
                <a:defRPr/>
              </a:pPr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28513643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C947BA-2671-5DCE-289C-858407397C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86C8C46-4DD7-DB89-3971-B7D6B1F475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EBB1AC8-CC6D-7CD8-18BA-F0920AEC1E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938D8F2-068C-1F31-5CF2-766814AC31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7635E-2D71-42E7-9E6C-FBB85A15A85F}" type="datetimeFigureOut">
              <a:rPr lang="es-CO" smtClean="0"/>
              <a:t>6/02/2026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32360FD-9E47-D090-4AB3-714887C3A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AD37D2D-9508-DFEF-774C-C8A5B6A21D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813DE1-EA20-4BEF-AB12-D2D69A6090C3}" type="slidenum">
              <a:rPr lang="es-CO" altLang="es-CO" smtClean="0"/>
              <a:pPr>
                <a:defRPr/>
              </a:pPr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10192772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57BAD9-4D34-20A2-A9AE-82964CF419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559AA51-6010-C8FF-084C-C110BCCDA8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96FAE22-1B9C-8F57-87A7-2E14CE3049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5E7830DD-6A40-8E27-70CB-D8FE41AD3C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777C88D-8DD0-FC51-A16D-49E686FFA9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4FB2C8A-08F4-1A41-5036-C328209FC0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7635E-2D71-42E7-9E6C-FBB85A15A85F}" type="datetimeFigureOut">
              <a:rPr lang="es-CO" smtClean="0"/>
              <a:t>6/02/2026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6B5A1F5B-743C-D501-930D-F90EBA8A6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D73F5F7C-9BF7-A3DE-8669-2EC9E00E0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53FCAA-A8F6-46C0-A16D-21FE2511045A}" type="slidenum">
              <a:rPr lang="es-CO" altLang="es-CO" smtClean="0"/>
              <a:pPr>
                <a:defRPr/>
              </a:pPr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11502052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0EE9A1-E144-373F-F5D9-12C31B7C6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58BE38C-0964-C281-4826-2C3C11C49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7635E-2D71-42E7-9E6C-FBB85A15A85F}" type="datetimeFigureOut">
              <a:rPr lang="es-CO" smtClean="0"/>
              <a:t>6/02/2026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43AB1AB-1E52-7FD3-3BB7-A73F570B9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B167E51-3FDD-695C-0CE2-96F608F7E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53FCAA-A8F6-46C0-A16D-21FE2511045A}" type="slidenum">
              <a:rPr lang="es-CO" altLang="es-CO" smtClean="0"/>
              <a:pPr>
                <a:defRPr/>
              </a:pPr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27395002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349E5E9C-8C29-201A-9031-69BC92AF4A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7635E-2D71-42E7-9E6C-FBB85A15A85F}" type="datetimeFigureOut">
              <a:rPr lang="es-CO" smtClean="0"/>
              <a:t>6/02/2026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F115059-38DA-DC3D-A1B7-0C4BF86838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BC62E63-C8FB-04D9-3735-C7919A9DE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38C22F4-EE15-4184-8A4F-C4124F2BE447}" type="slidenum">
              <a:rPr lang="es-CO" altLang="es-CO" smtClean="0"/>
              <a:pPr>
                <a:defRPr/>
              </a:pPr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4021415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E3FE12-3262-8961-6F36-E338D8C87D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A2AB934-4DB1-C46B-4EB1-4D1AAC7D07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8C1947E-F2E3-1002-A600-DED1B9DA8C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DA0B25A-FC1B-767C-8C69-FE2AD6FE57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7635E-2D71-42E7-9E6C-FBB85A15A85F}" type="datetimeFigureOut">
              <a:rPr lang="es-CO" smtClean="0"/>
              <a:t>6/02/2026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A85C023-3180-C2A8-6BD0-63D18C453A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4F4F0A9-714D-5058-F92E-179ECE0AA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CCB0E3D-5246-46A6-A0B3-053B7FB2AE0D}" type="slidenum">
              <a:rPr lang="es-CO" altLang="es-CO" smtClean="0"/>
              <a:pPr>
                <a:defRPr/>
              </a:pPr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32390176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1D8E29-2B5D-9CF4-A199-E673E0D5BD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DD75A990-0E1F-4E60-D107-9756D6BFD3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76BD761-3CC8-1CF5-9984-F066094FCB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91540D8-AA84-05D7-E9B4-4E08651A54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7635E-2D71-42E7-9E6C-FBB85A15A85F}" type="datetimeFigureOut">
              <a:rPr lang="es-CO" smtClean="0"/>
              <a:t>6/02/2026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9086AA3-AF31-8C9A-7F2F-B87848C66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71105B9-8899-D51A-88C0-376DC7823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53FCAA-A8F6-46C0-A16D-21FE2511045A}" type="slidenum">
              <a:rPr lang="es-CO" altLang="es-CO" smtClean="0"/>
              <a:pPr>
                <a:defRPr/>
              </a:pPr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9537458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704477-2834-99EC-CFA8-180937D0B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AAFD096-F1C5-E969-C636-867E3E66E5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D912F77-4B86-C6CC-4ED2-812449AE8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7635E-2D71-42E7-9E6C-FBB85A15A85F}" type="datetimeFigureOut">
              <a:rPr lang="es-CO" smtClean="0"/>
              <a:t>6/02/2026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5E79BD8-72C6-81E3-EF48-F29328E65C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E1B4782-D0C0-509F-4BDC-03E4A7917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53FCAA-A8F6-46C0-A16D-21FE2511045A}" type="slidenum">
              <a:rPr lang="es-CO" altLang="es-CO" smtClean="0"/>
              <a:pPr>
                <a:defRPr/>
              </a:pPr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1712065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9545E7B-9A8C-6F62-F333-E612FC1E4B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E5C78DD-62C0-ADA7-4AC6-5F7C5B3589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35F10F1-E647-76F8-2174-E45862B25B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7635E-2D71-42E7-9E6C-FBB85A15A85F}" type="datetimeFigureOut">
              <a:rPr lang="es-CO" smtClean="0"/>
              <a:t>6/02/2026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5416465-EAB8-8324-072F-8B25CA808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2151C83-117D-752A-7DDA-A1F8A8B94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53FCAA-A8F6-46C0-A16D-21FE2511045A}" type="slidenum">
              <a:rPr lang="es-CO" altLang="es-CO" smtClean="0"/>
              <a:pPr>
                <a:defRPr/>
              </a:pPr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40647172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7 Rectángulo">
            <a:extLst>
              <a:ext uri="{FF2B5EF4-FFF2-40B4-BE49-F238E27FC236}">
                <a16:creationId xmlns:a16="http://schemas.microsoft.com/office/drawing/2014/main" id="{EC631D57-6843-47FB-8C0A-4FA9AA9BC663}"/>
              </a:ext>
            </a:extLst>
          </p:cNvPr>
          <p:cNvSpPr/>
          <p:nvPr userDrawn="1"/>
        </p:nvSpPr>
        <p:spPr>
          <a:xfrm>
            <a:off x="0" y="5786438"/>
            <a:ext cx="9144000" cy="1071562"/>
          </a:xfrm>
          <a:prstGeom prst="rect">
            <a:avLst/>
          </a:prstGeom>
          <a:solidFill>
            <a:srgbClr val="D5D6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s-CO"/>
          </a:p>
        </p:txBody>
      </p:sp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4000496" y="71414"/>
            <a:ext cx="5072066" cy="571504"/>
          </a:xfrm>
        </p:spPr>
        <p:txBody>
          <a:bodyPr/>
          <a:lstStyle>
            <a:lvl1pPr algn="r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857224" y="857232"/>
            <a:ext cx="7715304" cy="500066"/>
          </a:xfrm>
        </p:spPr>
        <p:txBody>
          <a:bodyPr/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5" name="5 Marcador de número de diapositiva">
            <a:extLst>
              <a:ext uri="{FF2B5EF4-FFF2-40B4-BE49-F238E27FC236}">
                <a16:creationId xmlns:a16="http://schemas.microsoft.com/office/drawing/2014/main" id="{047221BE-117B-43C8-9D2A-CE256401BA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71438" y="206375"/>
            <a:ext cx="785812" cy="365125"/>
          </a:xfrm>
        </p:spPr>
        <p:txBody>
          <a:bodyPr/>
          <a:lstStyle>
            <a:lvl1pPr>
              <a:defRPr sz="2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3532E1E3-6AB7-4D92-A33A-F043E6C5B717}" type="slidenum">
              <a:rPr lang="es-CO" altLang="es-CO"/>
              <a:pPr>
                <a:defRPr/>
              </a:pPr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827616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5 Marcador de número de diapositiva" descr="&lt;No.&gt;">
            <a:extLst>
              <a:ext uri="{FF2B5EF4-FFF2-40B4-BE49-F238E27FC236}">
                <a16:creationId xmlns:a16="http://schemas.microsoft.com/office/drawing/2014/main" id="{61EBF708-C41B-44B1-97EC-CF1BBBC20C8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219D7D-12FE-4B7D-95D8-6A0F2828D8E3}" type="slidenum">
              <a:rPr lang="es-CO" altLang="es-CO"/>
              <a:pPr>
                <a:defRPr/>
              </a:pPr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4701494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857224" y="264318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857224" y="1071546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5 Marcador de número de diapositiva" descr="&lt;No.&gt;">
            <a:extLst>
              <a:ext uri="{FF2B5EF4-FFF2-40B4-BE49-F238E27FC236}">
                <a16:creationId xmlns:a16="http://schemas.microsoft.com/office/drawing/2014/main" id="{EE100265-4A3B-4F40-A5F0-770BFD064A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D14026-6FB7-464F-BD55-9983151CEDB0}" type="slidenum">
              <a:rPr lang="es-CO" altLang="es-CO"/>
              <a:pPr>
                <a:defRPr/>
              </a:pPr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13516683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857224" y="2214554"/>
            <a:ext cx="3571900" cy="402589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2214554"/>
            <a:ext cx="4038600" cy="400052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5 Marcador de número de diapositiva" descr="&lt;No.&gt;">
            <a:extLst>
              <a:ext uri="{FF2B5EF4-FFF2-40B4-BE49-F238E27FC236}">
                <a16:creationId xmlns:a16="http://schemas.microsoft.com/office/drawing/2014/main" id="{DFF2B988-F19E-4F04-BD27-A48F39A01AB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813DE1-EA20-4BEF-AB12-D2D69A6090C3}" type="slidenum">
              <a:rPr lang="es-CO" altLang="es-CO"/>
              <a:pPr>
                <a:defRPr/>
              </a:pPr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2549113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5 Marcador de número de diapositiva" descr="&lt;No.&gt;">
            <a:extLst>
              <a:ext uri="{FF2B5EF4-FFF2-40B4-BE49-F238E27FC236}">
                <a16:creationId xmlns:a16="http://schemas.microsoft.com/office/drawing/2014/main" id="{FF35CE3E-FD30-4207-9576-68F58A4C8E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321CA9-07FE-4363-8077-5E54FDAF3616}" type="slidenum">
              <a:rPr lang="es-CO" altLang="es-CO"/>
              <a:pPr>
                <a:defRPr/>
              </a:pPr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29126016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5 Marcador de número de diapositiva" descr="&lt;No.&gt;">
            <a:extLst>
              <a:ext uri="{FF2B5EF4-FFF2-40B4-BE49-F238E27FC236}">
                <a16:creationId xmlns:a16="http://schemas.microsoft.com/office/drawing/2014/main" id="{D69FD3F0-0EF5-4AC6-A81B-0CFD0FF773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BDF024-4D44-479D-901F-E26036C4C7D1}" type="slidenum">
              <a:rPr lang="es-CO" altLang="es-CO"/>
              <a:pPr>
                <a:defRPr/>
              </a:pPr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344237959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5 Marcador de número de diapositiva" descr="&lt;No.&gt;">
            <a:extLst>
              <a:ext uri="{FF2B5EF4-FFF2-40B4-BE49-F238E27FC236}">
                <a16:creationId xmlns:a16="http://schemas.microsoft.com/office/drawing/2014/main" id="{0FCC1E91-35AF-4149-AC6B-42626F30B6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8C22F4-EE15-4184-8A4F-C4124F2BE447}" type="slidenum">
              <a:rPr lang="es-CO" altLang="es-CO"/>
              <a:pPr>
                <a:defRPr/>
              </a:pPr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36947086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857224" y="857232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032250" y="85723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857224" y="200024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5 Marcador de número de diapositiva" descr="&lt;No.&gt;">
            <a:extLst>
              <a:ext uri="{FF2B5EF4-FFF2-40B4-BE49-F238E27FC236}">
                <a16:creationId xmlns:a16="http://schemas.microsoft.com/office/drawing/2014/main" id="{B1F7549D-979F-45AB-AD58-5BF7CB6DB37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CB0E3D-5246-46A6-A0B3-053B7FB2AE0D}" type="slidenum">
              <a:rPr lang="es-CO" altLang="es-CO"/>
              <a:pPr>
                <a:defRPr/>
              </a:pPr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396242811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5072074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928670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s-CO" noProof="0"/>
          </a:p>
        </p:txBody>
      </p:sp>
      <p:sp>
        <p:nvSpPr>
          <p:cNvPr id="4" name="5 Marcador de número de diapositiva" descr="&lt;No.&gt;">
            <a:extLst>
              <a:ext uri="{FF2B5EF4-FFF2-40B4-BE49-F238E27FC236}">
                <a16:creationId xmlns:a16="http://schemas.microsoft.com/office/drawing/2014/main" id="{3328A9B1-3ED4-438D-8E87-64D0CD3849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9056AB-9AE7-49AD-9364-B4271C824DC3}" type="slidenum">
              <a:rPr lang="es-CO" altLang="es-CO"/>
              <a:pPr>
                <a:defRPr/>
              </a:pPr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40008954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7D1179B3-E3F7-8DF3-ABF5-4D23297F0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8E192CF-B8E8-68F7-E0A0-A63F6554F9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6113D34-63A4-3585-73E1-7A6563CC9F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F7635E-2D71-42E7-9E6C-FBB85A15A85F}" type="datetimeFigureOut">
              <a:rPr lang="es-CO" smtClean="0"/>
              <a:t>6/02/2026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A79372D-5D91-7624-4D7B-06BE31EEB2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7491E14-EF87-176A-B3C5-BCD96C5D38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F153FCAA-A8F6-46C0-A16D-21FE2511045A}" type="slidenum">
              <a:rPr lang="es-CO" altLang="es-CO" smtClean="0"/>
              <a:pPr>
                <a:defRPr/>
              </a:pPr>
              <a:t>‹Nº›</a:t>
            </a:fld>
            <a:endParaRPr lang="es-CO" altLang="es-CO"/>
          </a:p>
        </p:txBody>
      </p:sp>
      <p:sp>
        <p:nvSpPr>
          <p:cNvPr id="7" name="6 Rectángulo">
            <a:extLst>
              <a:ext uri="{FF2B5EF4-FFF2-40B4-BE49-F238E27FC236}">
                <a16:creationId xmlns:a16="http://schemas.microsoft.com/office/drawing/2014/main" id="{7B0CA632-E545-9F27-F48F-19EBC6FED7F0}"/>
              </a:ext>
            </a:extLst>
          </p:cNvPr>
          <p:cNvSpPr/>
          <p:nvPr userDrawn="1"/>
        </p:nvSpPr>
        <p:spPr>
          <a:xfrm>
            <a:off x="0" y="5786438"/>
            <a:ext cx="9144000" cy="1071562"/>
          </a:xfrm>
          <a:prstGeom prst="rect">
            <a:avLst/>
          </a:prstGeom>
          <a:solidFill>
            <a:srgbClr val="D5D6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77509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9" r:id="rId1"/>
    <p:sldLayoutId id="2147483780" r:id="rId2"/>
    <p:sldLayoutId id="2147483781" r:id="rId3"/>
    <p:sldLayoutId id="2147483782" r:id="rId4"/>
    <p:sldLayoutId id="2147483783" r:id="rId5"/>
    <p:sldLayoutId id="2147483784" r:id="rId6"/>
    <p:sldLayoutId id="2147483785" r:id="rId7"/>
    <p:sldLayoutId id="2147483786" r:id="rId8"/>
    <p:sldLayoutId id="2147483787" r:id="rId9"/>
    <p:sldLayoutId id="2147483788" r:id="rId10"/>
    <p:sldLayoutId id="2147483789" r:id="rId11"/>
    <p:sldLayoutId id="2147483777" r:id="rId12"/>
    <p:sldLayoutId id="2147483769" r:id="rId13"/>
    <p:sldLayoutId id="2147483770" r:id="rId14"/>
    <p:sldLayoutId id="2147483771" r:id="rId15"/>
    <p:sldLayoutId id="2147483772" r:id="rId16"/>
    <p:sldLayoutId id="2147483773" r:id="rId17"/>
    <p:sldLayoutId id="2147483774" r:id="rId18"/>
    <p:sldLayoutId id="2147483775" r:id="rId19"/>
    <p:sldLayoutId id="2147483776" r:id="rId20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6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1.png"/><Relationship Id="rId10" Type="http://schemas.openxmlformats.org/officeDocument/2006/relationships/image" Target="../media/image11.svg"/><Relationship Id="rId4" Type="http://schemas.openxmlformats.org/officeDocument/2006/relationships/image" Target="../media/image7.sv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10" Type="http://schemas.microsoft.com/office/2007/relationships/hdphoto" Target="../media/hdphoto1.wdp"/><Relationship Id="rId4" Type="http://schemas.openxmlformats.org/officeDocument/2006/relationships/diagramLayout" Target="../diagrams/layout1.xml"/><Relationship Id="rId9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Relationship Id="rId9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19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23.jpeg"/><Relationship Id="rId7" Type="http://schemas.openxmlformats.org/officeDocument/2006/relationships/image" Target="../media/image27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svg"/><Relationship Id="rId10" Type="http://schemas.openxmlformats.org/officeDocument/2006/relationships/hyperlink" Target="https://github.com/F4bian1012/ProyectoInvestigacionIV" TargetMode="External"/><Relationship Id="rId4" Type="http://schemas.openxmlformats.org/officeDocument/2006/relationships/image" Target="../media/image24.png"/><Relationship Id="rId9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2 Subtítulo">
            <a:extLst>
              <a:ext uri="{FF2B5EF4-FFF2-40B4-BE49-F238E27FC236}">
                <a16:creationId xmlns:a16="http://schemas.microsoft.com/office/drawing/2014/main" id="{175FB1A7-C231-AAE1-77CC-72E973339C9A}"/>
              </a:ext>
            </a:extLst>
          </p:cNvPr>
          <p:cNvSpPr txBox="1">
            <a:spLocks/>
          </p:cNvSpPr>
          <p:nvPr/>
        </p:nvSpPr>
        <p:spPr bwMode="auto">
          <a:xfrm>
            <a:off x="1115616" y="3996721"/>
            <a:ext cx="6400800" cy="1296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es-CO" altLang="es-CO" sz="2800" dirty="0">
                <a:latin typeface="Sans Serif "/>
              </a:rPr>
              <a:t>Jheyson F. </a:t>
            </a:r>
            <a:r>
              <a:rPr lang="es-CO" altLang="es-CO" sz="2800" dirty="0" err="1">
                <a:latin typeface="Sans Serif "/>
              </a:rPr>
              <a:t>Villavisan</a:t>
            </a:r>
            <a:r>
              <a:rPr lang="es-CO" altLang="es-CO" sz="2800" dirty="0">
                <a:latin typeface="Sans Serif "/>
              </a:rPr>
              <a:t> B</a:t>
            </a:r>
            <a:endParaRPr lang="es-CO" altLang="es-CO" sz="1800" dirty="0">
              <a:latin typeface="Sans Serif "/>
            </a:endParaRPr>
          </a:p>
        </p:txBody>
      </p:sp>
      <p:sp>
        <p:nvSpPr>
          <p:cNvPr id="5" name="2 Subtítulo">
            <a:extLst>
              <a:ext uri="{FF2B5EF4-FFF2-40B4-BE49-F238E27FC236}">
                <a16:creationId xmlns:a16="http://schemas.microsoft.com/office/drawing/2014/main" id="{33DD5350-FC1A-A315-4377-528FE8EDFBA2}"/>
              </a:ext>
            </a:extLst>
          </p:cNvPr>
          <p:cNvSpPr txBox="1">
            <a:spLocks/>
          </p:cNvSpPr>
          <p:nvPr/>
        </p:nvSpPr>
        <p:spPr bwMode="auto">
          <a:xfrm>
            <a:off x="1115616" y="2060848"/>
            <a:ext cx="6400800" cy="50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1" fontAlgn="auto" hangingPunct="1">
              <a:spcAft>
                <a:spcPts val="0"/>
              </a:spcAft>
              <a:buNone/>
              <a:defRPr/>
            </a:pPr>
            <a:r>
              <a:rPr lang="es-ES" sz="4800" b="1" dirty="0">
                <a:latin typeface="Sans Serif "/>
              </a:rPr>
              <a:t>6052 PROYECTO DE INVESTIGACION IV</a:t>
            </a:r>
            <a:endParaRPr lang="es-CO" sz="4800" b="1" dirty="0">
              <a:latin typeface="Sans Serif "/>
            </a:endParaRPr>
          </a:p>
        </p:txBody>
      </p:sp>
      <p:pic>
        <p:nvPicPr>
          <p:cNvPr id="6" name="Picture 4" descr="Programas - Intranet ETITC">
            <a:extLst>
              <a:ext uri="{FF2B5EF4-FFF2-40B4-BE49-F238E27FC236}">
                <a16:creationId xmlns:a16="http://schemas.microsoft.com/office/drawing/2014/main" id="{52E16875-B7AB-2B77-D68D-3DB3985E46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934798"/>
            <a:ext cx="2483768" cy="794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1B6180-BCA0-4F51-9F68-9E5BAB8A4F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565" y="1126313"/>
            <a:ext cx="3008313" cy="1162050"/>
          </a:xfrm>
        </p:spPr>
        <p:txBody>
          <a:bodyPr/>
          <a:lstStyle/>
          <a:p>
            <a:r>
              <a:rPr lang="es-CO" dirty="0">
                <a:latin typeface="Sans Serif "/>
              </a:rPr>
              <a:t>OBJETIVO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F1F9CC3-49B8-41A8-9878-3805D57595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0" y="1693943"/>
            <a:ext cx="3146648" cy="3175217"/>
          </a:xfrm>
        </p:spPr>
        <p:txBody>
          <a:bodyPr/>
          <a:lstStyle/>
          <a:p>
            <a:r>
              <a:rPr lang="es-CO" sz="1800" b="1" dirty="0">
                <a:latin typeface="Sans Serif "/>
              </a:rPr>
              <a:t>AGENDA</a:t>
            </a:r>
          </a:p>
          <a:p>
            <a:r>
              <a:rPr lang="es-CO" sz="1800" dirty="0">
                <a:latin typeface="Sans Serif "/>
              </a:rPr>
              <a:t>Presentación</a:t>
            </a:r>
          </a:p>
          <a:p>
            <a:r>
              <a:rPr lang="es-CO" sz="1800" dirty="0">
                <a:latin typeface="Sans Serif "/>
              </a:rPr>
              <a:t>Calendario y fechas clave</a:t>
            </a:r>
          </a:p>
          <a:p>
            <a:r>
              <a:rPr lang="es-CO" sz="1800" dirty="0">
                <a:latin typeface="Sans Serif "/>
              </a:rPr>
              <a:t>Dedicación esperada y </a:t>
            </a:r>
          </a:p>
          <a:p>
            <a:pPr marL="0" indent="0">
              <a:buNone/>
            </a:pPr>
            <a:r>
              <a:rPr lang="es-CO" sz="1800" dirty="0">
                <a:latin typeface="Sans Serif "/>
              </a:rPr>
              <a:t>criterios de calificación</a:t>
            </a:r>
          </a:p>
          <a:p>
            <a:r>
              <a:rPr lang="es-CO" sz="1800" dirty="0">
                <a:latin typeface="Sans Serif "/>
              </a:rPr>
              <a:t>Canales de comunicación</a:t>
            </a:r>
          </a:p>
          <a:p>
            <a:r>
              <a:rPr lang="es-CO" sz="1800" dirty="0">
                <a:latin typeface="Sans Serif "/>
              </a:rPr>
              <a:t>Lectura Syllabus</a:t>
            </a:r>
          </a:p>
          <a:p>
            <a:r>
              <a:rPr lang="es-CO" sz="1800" dirty="0">
                <a:latin typeface="Sans Serif "/>
              </a:rPr>
              <a:t>Firma Formato DES-FO-028</a:t>
            </a:r>
          </a:p>
          <a:p>
            <a:r>
              <a:rPr lang="es-CO" sz="1800" dirty="0">
                <a:latin typeface="Sans Serif "/>
              </a:rPr>
              <a:t>Preguntas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C7E43D4-8286-4BEE-907B-3A35AE701C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83827" y="2832063"/>
            <a:ext cx="3008313" cy="1737575"/>
          </a:xfrm>
        </p:spPr>
        <p:txBody>
          <a:bodyPr/>
          <a:lstStyle/>
          <a:p>
            <a:pPr algn="just"/>
            <a:r>
              <a:rPr lang="es-CO" sz="1800" dirty="0">
                <a:latin typeface="Sans Serif "/>
              </a:rPr>
              <a:t>Conocer </a:t>
            </a:r>
            <a:r>
              <a:rPr lang="es-CO" sz="1800" b="1" dirty="0">
                <a:latin typeface="Sans Serif "/>
              </a:rPr>
              <a:t>la metodología, criterios de evaluación y canales de comunicación </a:t>
            </a:r>
            <a:r>
              <a:rPr lang="es-CO" sz="1800" dirty="0">
                <a:latin typeface="Sans Serif "/>
              </a:rPr>
              <a:t>para llevar a cabo las sesiones magistrales.</a:t>
            </a:r>
          </a:p>
        </p:txBody>
      </p:sp>
      <p:pic>
        <p:nvPicPr>
          <p:cNvPr id="6" name="Gráfico 5" descr="Diana con relleno sólido">
            <a:extLst>
              <a:ext uri="{FF2B5EF4-FFF2-40B4-BE49-F238E27FC236}">
                <a16:creationId xmlns:a16="http://schemas.microsoft.com/office/drawing/2014/main" id="{46E1A899-6475-4C36-890B-85392BBFA9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85912" y="1696299"/>
            <a:ext cx="914400" cy="914400"/>
          </a:xfrm>
          <a:prstGeom prst="rect">
            <a:avLst/>
          </a:prstGeom>
        </p:spPr>
      </p:pic>
      <p:pic>
        <p:nvPicPr>
          <p:cNvPr id="9" name="Gráfico 8" descr="Libro abierto contorno">
            <a:extLst>
              <a:ext uri="{FF2B5EF4-FFF2-40B4-BE49-F238E27FC236}">
                <a16:creationId xmlns:a16="http://schemas.microsoft.com/office/drawing/2014/main" id="{2BCDCF25-80B5-4CA1-B1B6-1C7F924229A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04248" y="1484784"/>
            <a:ext cx="914400" cy="914400"/>
          </a:xfrm>
          <a:prstGeom prst="rect">
            <a:avLst/>
          </a:prstGeom>
        </p:spPr>
      </p:pic>
      <p:pic>
        <p:nvPicPr>
          <p:cNvPr id="12" name="Picture 4" descr="Programas - Intranet ETITC">
            <a:extLst>
              <a:ext uri="{FF2B5EF4-FFF2-40B4-BE49-F238E27FC236}">
                <a16:creationId xmlns:a16="http://schemas.microsoft.com/office/drawing/2014/main" id="{8B25A2BB-4D3D-0D1A-3EDC-BF08770545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25000"/>
                    </a14:imgEffect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934798"/>
            <a:ext cx="2483768" cy="794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2 Subtítulo">
            <a:extLst>
              <a:ext uri="{FF2B5EF4-FFF2-40B4-BE49-F238E27FC236}">
                <a16:creationId xmlns:a16="http://schemas.microsoft.com/office/drawing/2014/main" id="{7D343D76-8CF5-A84F-2888-5E810A1D2302}"/>
              </a:ext>
            </a:extLst>
          </p:cNvPr>
          <p:cNvSpPr txBox="1">
            <a:spLocks/>
          </p:cNvSpPr>
          <p:nvPr/>
        </p:nvSpPr>
        <p:spPr bwMode="auto">
          <a:xfrm>
            <a:off x="2627784" y="51531"/>
            <a:ext cx="6400800" cy="50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eaLnBrk="1" fontAlgn="auto" hangingPunct="1">
              <a:spcAft>
                <a:spcPts val="0"/>
              </a:spcAft>
              <a:buNone/>
              <a:defRPr/>
            </a:pPr>
            <a:r>
              <a:rPr lang="es-ES" sz="2400" b="1" dirty="0">
                <a:latin typeface="Sans Serif "/>
              </a:rPr>
              <a:t>6052 PROYECTO DE INVESTIGACION IV</a:t>
            </a:r>
            <a:endParaRPr lang="es-CO" sz="2400" b="1" dirty="0">
              <a:latin typeface="Sans Serif "/>
            </a:endParaRPr>
          </a:p>
        </p:txBody>
      </p:sp>
    </p:spTree>
    <p:extLst>
      <p:ext uri="{BB962C8B-B14F-4D97-AF65-F5344CB8AC3E}">
        <p14:creationId xmlns:p14="http://schemas.microsoft.com/office/powerpoint/2010/main" val="37091774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1">
            <a:extLst>
              <a:ext uri="{FF2B5EF4-FFF2-40B4-BE49-F238E27FC236}">
                <a16:creationId xmlns:a16="http://schemas.microsoft.com/office/drawing/2014/main" id="{1DF9086F-7804-4245-BF66-46E11D73F05F}"/>
              </a:ext>
            </a:extLst>
          </p:cNvPr>
          <p:cNvSpPr txBox="1">
            <a:spLocks/>
          </p:cNvSpPr>
          <p:nvPr/>
        </p:nvSpPr>
        <p:spPr bwMode="auto">
          <a:xfrm>
            <a:off x="611188" y="641350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s-CO" altLang="es-CO" b="1" dirty="0">
                <a:latin typeface="Sans Serif "/>
              </a:rPr>
              <a:t>Recomendaciones iniciales</a:t>
            </a:r>
          </a:p>
        </p:txBody>
      </p:sp>
      <p:pic>
        <p:nvPicPr>
          <p:cNvPr id="4" name="Gráfico 3" descr="Mano con relleno sólido">
            <a:extLst>
              <a:ext uri="{FF2B5EF4-FFF2-40B4-BE49-F238E27FC236}">
                <a16:creationId xmlns:a16="http://schemas.microsoft.com/office/drawing/2014/main" id="{BEB1976A-0CF4-4CB9-B988-A1919993B0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75120" y="2140804"/>
            <a:ext cx="914400" cy="914400"/>
          </a:xfrm>
          <a:prstGeom prst="rect">
            <a:avLst/>
          </a:prstGeom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ED0BF0AB-10BC-4FB0-813B-ED464FE3677A}"/>
              </a:ext>
            </a:extLst>
          </p:cNvPr>
          <p:cNvSpPr txBox="1"/>
          <p:nvPr/>
        </p:nvSpPr>
        <p:spPr>
          <a:xfrm>
            <a:off x="3595936" y="2274838"/>
            <a:ext cx="4464496" cy="230832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</a:pPr>
            <a:r>
              <a:rPr kumimoji="0" lang="es-CO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ans Serif "/>
                <a:cs typeface="Arial" pitchFamily="34" charset="0"/>
              </a:rPr>
              <a:t>Para participar, realizar consultas o comentarios, levante la mano.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</a:pPr>
            <a:endParaRPr lang="es-CO" dirty="0">
              <a:latin typeface="Sans Serif "/>
              <a:cs typeface="Arial" pitchFamily="34" charset="0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</a:pPr>
            <a:endParaRPr lang="es-CO" dirty="0">
              <a:latin typeface="Sans Serif "/>
              <a:cs typeface="Arial" pitchFamily="34" charset="0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</a:pPr>
            <a:r>
              <a:rPr lang="es-CO" dirty="0">
                <a:latin typeface="Sans Serif "/>
                <a:cs typeface="Arial" pitchFamily="34" charset="0"/>
              </a:rPr>
              <a:t>Cámara siempre encendida.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</a:pPr>
            <a:endParaRPr lang="es-CO" dirty="0">
              <a:latin typeface="Sans Serif "/>
              <a:cs typeface="Arial" pitchFamily="34" charset="0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</a:pPr>
            <a:r>
              <a:rPr kumimoji="0" lang="es-CO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ans Serif "/>
                <a:cs typeface="Arial" pitchFamily="34" charset="0"/>
              </a:rPr>
              <a:t>Micrófono ce</a:t>
            </a:r>
            <a:r>
              <a:rPr lang="es-CO" dirty="0" err="1">
                <a:latin typeface="Sans Serif "/>
                <a:cs typeface="Arial" pitchFamily="34" charset="0"/>
              </a:rPr>
              <a:t>rrado</a:t>
            </a:r>
            <a:r>
              <a:rPr lang="es-CO" dirty="0">
                <a:latin typeface="Sans Serif "/>
                <a:cs typeface="Arial" pitchFamily="34" charset="0"/>
              </a:rPr>
              <a:t>.</a:t>
            </a:r>
            <a:endParaRPr kumimoji="0" lang="es-CO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Sans Serif "/>
              <a:cs typeface="Arial" pitchFamily="34" charset="0"/>
            </a:endParaRPr>
          </a:p>
        </p:txBody>
      </p:sp>
      <p:sp>
        <p:nvSpPr>
          <p:cNvPr id="11" name="2 Subtítulo">
            <a:extLst>
              <a:ext uri="{FF2B5EF4-FFF2-40B4-BE49-F238E27FC236}">
                <a16:creationId xmlns:a16="http://schemas.microsoft.com/office/drawing/2014/main" id="{BE58EC27-0B47-3255-4B30-2976FC547EBB}"/>
              </a:ext>
            </a:extLst>
          </p:cNvPr>
          <p:cNvSpPr txBox="1">
            <a:spLocks/>
          </p:cNvSpPr>
          <p:nvPr/>
        </p:nvSpPr>
        <p:spPr bwMode="auto">
          <a:xfrm>
            <a:off x="2627784" y="51531"/>
            <a:ext cx="6400800" cy="50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eaLnBrk="1" fontAlgn="auto" hangingPunct="1">
              <a:spcAft>
                <a:spcPts val="0"/>
              </a:spcAft>
              <a:buNone/>
              <a:defRPr/>
            </a:pPr>
            <a:r>
              <a:rPr lang="es-ES" sz="2400" b="1" dirty="0">
                <a:latin typeface="Sans Serif "/>
              </a:rPr>
              <a:t>6052 PROYECTO DE INVESTIGACION IV</a:t>
            </a:r>
            <a:endParaRPr lang="es-CO" sz="2400" b="1" dirty="0">
              <a:latin typeface="Sans Serif "/>
            </a:endParaRPr>
          </a:p>
        </p:txBody>
      </p:sp>
      <p:pic>
        <p:nvPicPr>
          <p:cNvPr id="8" name="Picture 4" descr="Programas - Intranet ETITC">
            <a:extLst>
              <a:ext uri="{FF2B5EF4-FFF2-40B4-BE49-F238E27FC236}">
                <a16:creationId xmlns:a16="http://schemas.microsoft.com/office/drawing/2014/main" id="{58DA4A2F-B77E-0C56-CFEB-AC9F879778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25000"/>
                    </a14:imgEffect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934798"/>
            <a:ext cx="2483768" cy="794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Gráfico 9" descr="Micrófono de radiocomunicación con relleno sólido">
            <a:extLst>
              <a:ext uri="{FF2B5EF4-FFF2-40B4-BE49-F238E27FC236}">
                <a16:creationId xmlns:a16="http://schemas.microsoft.com/office/drawing/2014/main" id="{7CFBD651-2E37-8E72-F136-3C0F1E4E17F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275120" y="3899099"/>
            <a:ext cx="914400" cy="914400"/>
          </a:xfrm>
          <a:prstGeom prst="rect">
            <a:avLst/>
          </a:prstGeom>
        </p:spPr>
      </p:pic>
      <p:pic>
        <p:nvPicPr>
          <p:cNvPr id="13" name="Gráfico 12" descr="Cámara de vídeo con relleno sólido">
            <a:extLst>
              <a:ext uri="{FF2B5EF4-FFF2-40B4-BE49-F238E27FC236}">
                <a16:creationId xmlns:a16="http://schemas.microsoft.com/office/drawing/2014/main" id="{AAB93DF0-DA76-A6E6-37E3-D286E71716B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309086" y="3055204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1713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a 3">
            <a:extLst>
              <a:ext uri="{FF2B5EF4-FFF2-40B4-BE49-F238E27FC236}">
                <a16:creationId xmlns:a16="http://schemas.microsoft.com/office/drawing/2014/main" id="{01F639CE-B8DA-BFA1-1429-D4C8561607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4384324"/>
              </p:ext>
            </p:extLst>
          </p:nvPr>
        </p:nvGraphicFramePr>
        <p:xfrm>
          <a:off x="863586" y="421816"/>
          <a:ext cx="7416824" cy="542221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4077">
                  <a:extLst>
                    <a:ext uri="{9D8B030D-6E8A-4147-A177-3AD203B41FA5}">
                      <a16:colId xmlns:a16="http://schemas.microsoft.com/office/drawing/2014/main" val="571927606"/>
                    </a:ext>
                  </a:extLst>
                </a:gridCol>
                <a:gridCol w="3024336">
                  <a:extLst>
                    <a:ext uri="{9D8B030D-6E8A-4147-A177-3AD203B41FA5}">
                      <a16:colId xmlns:a16="http://schemas.microsoft.com/office/drawing/2014/main" val="2710960597"/>
                    </a:ext>
                  </a:extLst>
                </a:gridCol>
                <a:gridCol w="3708411">
                  <a:extLst>
                    <a:ext uri="{9D8B030D-6E8A-4147-A177-3AD203B41FA5}">
                      <a16:colId xmlns:a16="http://schemas.microsoft.com/office/drawing/2014/main" val="76565624"/>
                    </a:ext>
                  </a:extLst>
                </a:gridCol>
              </a:tblGrid>
              <a:tr h="261508">
                <a:tc>
                  <a:txBody>
                    <a:bodyPr/>
                    <a:lstStyle/>
                    <a:p>
                      <a:pPr algn="ctr"/>
                      <a:r>
                        <a:rPr lang="es-CO" sz="1100" b="1" dirty="0">
                          <a:solidFill>
                            <a:schemeClr val="tx1"/>
                          </a:solidFill>
                          <a:latin typeface="Sans Serif"/>
                        </a:rPr>
                        <a:t>Semana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100" b="1" dirty="0">
                          <a:solidFill>
                            <a:schemeClr val="tx1"/>
                          </a:solidFill>
                          <a:latin typeface="Sans Serif"/>
                        </a:rPr>
                        <a:t>Fechas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100" b="1" dirty="0">
                          <a:solidFill>
                            <a:schemeClr val="tx1"/>
                          </a:solidFill>
                          <a:latin typeface="Sans Serif"/>
                        </a:rPr>
                        <a:t>Sesión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6602277"/>
                  </a:ext>
                </a:extLst>
              </a:tr>
              <a:tr h="355400">
                <a:tc>
                  <a:txBody>
                    <a:bodyPr/>
                    <a:lstStyle/>
                    <a:p>
                      <a:pPr algn="ctr"/>
                      <a:r>
                        <a:rPr lang="es-CO" sz="1050" b="1" dirty="0">
                          <a:solidFill>
                            <a:schemeClr val="tx1"/>
                          </a:solidFill>
                          <a:latin typeface="Sans Serif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050" b="1" dirty="0">
                          <a:solidFill>
                            <a:schemeClr val="tx1"/>
                          </a:solidFill>
                          <a:latin typeface="Sans Serif"/>
                        </a:rPr>
                        <a:t>6 febrero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900" b="1" u="none" dirty="0">
                          <a:solidFill>
                            <a:schemeClr val="tx1"/>
                          </a:solidFill>
                          <a:latin typeface="Sans Serif"/>
                        </a:rPr>
                        <a:t>Presentación del Curso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2633600"/>
                  </a:ext>
                </a:extLst>
              </a:tr>
              <a:tr h="261508">
                <a:tc>
                  <a:txBody>
                    <a:bodyPr/>
                    <a:lstStyle/>
                    <a:p>
                      <a:pPr algn="ctr"/>
                      <a:r>
                        <a:rPr lang="es-CO" sz="1050" b="1" dirty="0">
                          <a:solidFill>
                            <a:schemeClr val="tx1"/>
                          </a:solidFill>
                          <a:latin typeface="Sans Serif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050" b="1" dirty="0">
                          <a:solidFill>
                            <a:schemeClr val="tx1"/>
                          </a:solidFill>
                          <a:latin typeface="Sans Serif"/>
                        </a:rPr>
                        <a:t>13 febrero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900" b="1" u="none" dirty="0">
                          <a:solidFill>
                            <a:schemeClr val="tx1"/>
                          </a:solidFill>
                          <a:latin typeface="Sans Serif"/>
                        </a:rPr>
                        <a:t>Generalidades presentación informe.</a:t>
                      </a:r>
                    </a:p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900" b="1" u="none" dirty="0">
                          <a:solidFill>
                            <a:schemeClr val="tx1"/>
                          </a:solidFill>
                          <a:latin typeface="Sans Serif"/>
                        </a:rPr>
                        <a:t>Reglamento de trabajos de grado y modalidades.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7441063"/>
                  </a:ext>
                </a:extLst>
              </a:tr>
              <a:tr h="261508">
                <a:tc>
                  <a:txBody>
                    <a:bodyPr/>
                    <a:lstStyle/>
                    <a:p>
                      <a:pPr algn="ctr"/>
                      <a:r>
                        <a:rPr lang="es-CO" sz="1050" b="1" dirty="0">
                          <a:solidFill>
                            <a:schemeClr val="tx1"/>
                          </a:solidFill>
                          <a:latin typeface="Sans Serif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050" b="1" dirty="0">
                          <a:solidFill>
                            <a:schemeClr val="tx1"/>
                          </a:solidFill>
                          <a:latin typeface="Sans Serif"/>
                        </a:rPr>
                        <a:t>20 febrero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900" b="1" u="none" dirty="0">
                          <a:solidFill>
                            <a:schemeClr val="tx1"/>
                          </a:solidFill>
                          <a:latin typeface="Sans Serif"/>
                        </a:rPr>
                        <a:t>Presentación de anteproyectos.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3813301"/>
                  </a:ext>
                </a:extLst>
              </a:tr>
              <a:tr h="261508">
                <a:tc>
                  <a:txBody>
                    <a:bodyPr/>
                    <a:lstStyle/>
                    <a:p>
                      <a:pPr algn="ctr"/>
                      <a:r>
                        <a:rPr lang="es-CO" sz="1050" b="1" dirty="0">
                          <a:solidFill>
                            <a:schemeClr val="tx1"/>
                          </a:solidFill>
                          <a:latin typeface="Sans Serif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050" b="1" dirty="0">
                          <a:solidFill>
                            <a:schemeClr val="tx1"/>
                          </a:solidFill>
                          <a:latin typeface="Sans Serif"/>
                        </a:rPr>
                        <a:t>27 febrero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900" b="1" u="none" dirty="0">
                          <a:solidFill>
                            <a:schemeClr val="tx1"/>
                          </a:solidFill>
                          <a:latin typeface="Sans Serif"/>
                        </a:rPr>
                        <a:t>Presentación de anteproyectos.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5148968"/>
                  </a:ext>
                </a:extLst>
              </a:tr>
              <a:tr h="261508">
                <a:tc>
                  <a:txBody>
                    <a:bodyPr/>
                    <a:lstStyle/>
                    <a:p>
                      <a:pPr algn="ctr"/>
                      <a:r>
                        <a:rPr lang="es-CO" sz="1050" b="1" dirty="0">
                          <a:solidFill>
                            <a:schemeClr val="tx1"/>
                          </a:solidFill>
                          <a:latin typeface="Sans Serif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050" b="1" dirty="0">
                          <a:solidFill>
                            <a:schemeClr val="tx1"/>
                          </a:solidFill>
                          <a:latin typeface="Sans Serif"/>
                        </a:rPr>
                        <a:t>6 marzo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900" b="1" u="none" dirty="0">
                          <a:solidFill>
                            <a:schemeClr val="tx1"/>
                          </a:solidFill>
                          <a:latin typeface="Sans Serif"/>
                        </a:rPr>
                        <a:t>Presentación de anteproyectos.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1866089"/>
                  </a:ext>
                </a:extLst>
              </a:tr>
              <a:tr h="261508">
                <a:tc>
                  <a:txBody>
                    <a:bodyPr/>
                    <a:lstStyle/>
                    <a:p>
                      <a:pPr algn="ctr"/>
                      <a:r>
                        <a:rPr lang="es-CO" sz="1050" b="1" dirty="0">
                          <a:solidFill>
                            <a:schemeClr val="tx1"/>
                          </a:solidFill>
                          <a:highlight>
                            <a:srgbClr val="00FF00"/>
                          </a:highlight>
                          <a:latin typeface="Sans Serif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050" b="1" dirty="0">
                          <a:solidFill>
                            <a:schemeClr val="tx1"/>
                          </a:solidFill>
                          <a:latin typeface="Sans Serif"/>
                        </a:rPr>
                        <a:t>13 marzo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900" b="1" u="none" dirty="0">
                          <a:solidFill>
                            <a:schemeClr val="tx1"/>
                          </a:solidFill>
                          <a:latin typeface="Sans Serif"/>
                        </a:rPr>
                        <a:t>Entrega Avances Resultados Proyecto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5290604"/>
                  </a:ext>
                </a:extLst>
              </a:tr>
              <a:tr h="261508">
                <a:tc>
                  <a:txBody>
                    <a:bodyPr/>
                    <a:lstStyle/>
                    <a:p>
                      <a:pPr algn="ctr"/>
                      <a:r>
                        <a:rPr lang="es-CO" sz="1050" b="1" dirty="0">
                          <a:solidFill>
                            <a:schemeClr val="tx1"/>
                          </a:solidFill>
                          <a:highlight>
                            <a:srgbClr val="FF00FF"/>
                          </a:highlight>
                          <a:latin typeface="Sans Serif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050" b="1" dirty="0">
                          <a:solidFill>
                            <a:schemeClr val="tx1"/>
                          </a:solidFill>
                          <a:latin typeface="Sans Serif"/>
                        </a:rPr>
                        <a:t> 20 marzo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900" b="1" u="none" dirty="0">
                          <a:solidFill>
                            <a:schemeClr val="tx1"/>
                          </a:solidFill>
                          <a:latin typeface="Sans Serif"/>
                        </a:rPr>
                        <a:t>Asesoría Investigación – Redacción Informe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9690420"/>
                  </a:ext>
                </a:extLst>
              </a:tr>
              <a:tr h="222125">
                <a:tc>
                  <a:txBody>
                    <a:bodyPr/>
                    <a:lstStyle/>
                    <a:p>
                      <a:pPr algn="ctr"/>
                      <a:r>
                        <a:rPr lang="es-CO" sz="1050" b="1" dirty="0">
                          <a:solidFill>
                            <a:schemeClr val="tx1"/>
                          </a:solidFill>
                          <a:highlight>
                            <a:srgbClr val="FF0000"/>
                          </a:highlight>
                          <a:latin typeface="Sans Serif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050" b="1" dirty="0">
                          <a:solidFill>
                            <a:schemeClr val="tx1"/>
                          </a:solidFill>
                          <a:latin typeface="Sans Serif"/>
                        </a:rPr>
                        <a:t>27 marzo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900" b="1" u="none" dirty="0">
                          <a:solidFill>
                            <a:schemeClr val="tx1"/>
                          </a:solidFill>
                          <a:latin typeface="Sans Serif"/>
                        </a:rPr>
                        <a:t>Asesoría Investigación – Redacción Informe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3450833"/>
                  </a:ext>
                </a:extLst>
              </a:tr>
              <a:tr h="261508">
                <a:tc>
                  <a:txBody>
                    <a:bodyPr/>
                    <a:lstStyle/>
                    <a:p>
                      <a:pPr algn="ctr"/>
                      <a:r>
                        <a:rPr lang="es-CO" sz="1050" b="1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Sans Serif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050" b="1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Sans Serif"/>
                        </a:rPr>
                        <a:t>3 abril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900" b="1" u="none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Sans Serif"/>
                        </a:rPr>
                        <a:t>Semana Santa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7391392"/>
                  </a:ext>
                </a:extLst>
              </a:tr>
              <a:tr h="275512">
                <a:tc>
                  <a:txBody>
                    <a:bodyPr/>
                    <a:lstStyle/>
                    <a:p>
                      <a:pPr algn="ctr"/>
                      <a:r>
                        <a:rPr lang="es-ES" sz="1050" b="1" dirty="0">
                          <a:solidFill>
                            <a:schemeClr val="tx1"/>
                          </a:solidFill>
                          <a:latin typeface="Sans Serif"/>
                        </a:rPr>
                        <a:t>10</a:t>
                      </a:r>
                      <a:endParaRPr lang="es-CO" sz="1050" b="1" dirty="0">
                        <a:solidFill>
                          <a:schemeClr val="tx1"/>
                        </a:solidFill>
                        <a:latin typeface="Sans Serif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050" b="1" dirty="0">
                          <a:solidFill>
                            <a:schemeClr val="tx1"/>
                          </a:solidFill>
                          <a:latin typeface="Sans Serif"/>
                        </a:rPr>
                        <a:t>10 abril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b="1" u="none" dirty="0">
                          <a:solidFill>
                            <a:schemeClr val="tx1"/>
                          </a:solidFill>
                          <a:latin typeface="Sans Serif"/>
                        </a:rPr>
                        <a:t>Pre-Sustentación (resultados)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6965982"/>
                  </a:ext>
                </a:extLst>
              </a:tr>
              <a:tr h="261508">
                <a:tc>
                  <a:txBody>
                    <a:bodyPr/>
                    <a:lstStyle/>
                    <a:p>
                      <a:pPr algn="ctr"/>
                      <a:r>
                        <a:rPr lang="es-CO" sz="1050" b="1" dirty="0">
                          <a:solidFill>
                            <a:schemeClr val="tx1"/>
                          </a:solidFill>
                          <a:latin typeface="Sans Serif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050" b="1" dirty="0">
                          <a:solidFill>
                            <a:schemeClr val="tx1"/>
                          </a:solidFill>
                          <a:latin typeface="Sans Serif"/>
                        </a:rPr>
                        <a:t>17 abril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b="1" u="none" dirty="0">
                          <a:solidFill>
                            <a:schemeClr val="tx1"/>
                          </a:solidFill>
                          <a:latin typeface="Sans Serif"/>
                        </a:rPr>
                        <a:t>Pre-Sustentación (resultados)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2833152"/>
                  </a:ext>
                </a:extLst>
              </a:tr>
              <a:tr h="261508">
                <a:tc>
                  <a:txBody>
                    <a:bodyPr/>
                    <a:lstStyle/>
                    <a:p>
                      <a:pPr algn="ctr"/>
                      <a:r>
                        <a:rPr lang="es-CO" sz="1050" b="1" dirty="0">
                          <a:solidFill>
                            <a:schemeClr val="tx1"/>
                          </a:solidFill>
                          <a:highlight>
                            <a:srgbClr val="00FF00"/>
                          </a:highlight>
                          <a:latin typeface="Sans Serif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050" b="1" dirty="0">
                          <a:solidFill>
                            <a:schemeClr val="tx1"/>
                          </a:solidFill>
                          <a:latin typeface="Sans Serif"/>
                        </a:rPr>
                        <a:t>24 abril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b="1" u="none" dirty="0">
                          <a:solidFill>
                            <a:schemeClr val="tx1"/>
                          </a:solidFill>
                          <a:latin typeface="Sans Serif"/>
                        </a:rPr>
                        <a:t>Pre-Sustentación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4397848"/>
                  </a:ext>
                </a:extLst>
              </a:tr>
              <a:tr h="261508">
                <a:tc>
                  <a:txBody>
                    <a:bodyPr/>
                    <a:lstStyle/>
                    <a:p>
                      <a:pPr algn="ctr"/>
                      <a:r>
                        <a:rPr lang="es-CO" sz="1050" b="1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Sans Serif"/>
                        </a:rP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050" b="1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Sans Serif"/>
                        </a:rPr>
                        <a:t>1 mayo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900" b="1" u="none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Sans Serif"/>
                        </a:rPr>
                        <a:t>Día del Trabajo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7511249"/>
                  </a:ext>
                </a:extLst>
              </a:tr>
              <a:tr h="222125">
                <a:tc>
                  <a:txBody>
                    <a:bodyPr/>
                    <a:lstStyle/>
                    <a:p>
                      <a:pPr algn="ctr"/>
                      <a:r>
                        <a:rPr lang="es-ES" sz="1050" b="1" dirty="0">
                          <a:solidFill>
                            <a:schemeClr val="tx1"/>
                          </a:solidFill>
                          <a:highlight>
                            <a:srgbClr val="FF00FF"/>
                          </a:highlight>
                          <a:latin typeface="Sans Serif"/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050" b="1" dirty="0">
                          <a:solidFill>
                            <a:schemeClr val="tx1"/>
                          </a:solidFill>
                          <a:latin typeface="Sans Serif"/>
                        </a:rPr>
                        <a:t>8 mayo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900" b="1" u="none" dirty="0" err="1">
                          <a:solidFill>
                            <a:schemeClr val="tx1"/>
                          </a:solidFill>
                          <a:latin typeface="Sans Serif"/>
                        </a:rPr>
                        <a:t>Pre-sustentación</a:t>
                      </a:r>
                      <a:endParaRPr lang="es-CO" sz="900" b="1" u="none" dirty="0">
                        <a:solidFill>
                          <a:schemeClr val="tx1"/>
                        </a:solidFill>
                        <a:latin typeface="Sans Serif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8658262"/>
                  </a:ext>
                </a:extLst>
              </a:tr>
              <a:tr h="261508">
                <a:tc>
                  <a:txBody>
                    <a:bodyPr/>
                    <a:lstStyle/>
                    <a:p>
                      <a:pPr algn="ctr"/>
                      <a:r>
                        <a:rPr lang="es-ES" sz="1050" b="1" dirty="0">
                          <a:solidFill>
                            <a:schemeClr val="tx1"/>
                          </a:solidFill>
                          <a:highlight>
                            <a:srgbClr val="FF0000"/>
                          </a:highlight>
                          <a:latin typeface="Sans Serif"/>
                        </a:rPr>
                        <a:t>15</a:t>
                      </a:r>
                      <a:endParaRPr lang="es-CO" sz="1050" b="1" dirty="0">
                        <a:solidFill>
                          <a:schemeClr val="tx1"/>
                        </a:solidFill>
                        <a:highlight>
                          <a:srgbClr val="FF0000"/>
                        </a:highlight>
                        <a:latin typeface="Sans Serif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050" b="1" dirty="0">
                          <a:solidFill>
                            <a:schemeClr val="tx1"/>
                          </a:solidFill>
                          <a:latin typeface="Sans Serif"/>
                        </a:rPr>
                        <a:t>15 mayo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900" b="1" u="none" dirty="0">
                          <a:solidFill>
                            <a:schemeClr val="tx1"/>
                          </a:solidFill>
                          <a:latin typeface="Sans Serif"/>
                        </a:rPr>
                        <a:t>Presentación de trabajos de Grado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8546271"/>
                  </a:ext>
                </a:extLst>
              </a:tr>
              <a:tr h="261508">
                <a:tc>
                  <a:txBody>
                    <a:bodyPr/>
                    <a:lstStyle/>
                    <a:p>
                      <a:pPr algn="ctr"/>
                      <a:r>
                        <a:rPr lang="es-ES" sz="1050" b="1" dirty="0">
                          <a:solidFill>
                            <a:schemeClr val="tx1"/>
                          </a:solidFill>
                          <a:latin typeface="Sans Serif"/>
                        </a:rPr>
                        <a:t>16</a:t>
                      </a:r>
                      <a:endParaRPr lang="es-CO" sz="1050" b="1" dirty="0">
                        <a:solidFill>
                          <a:schemeClr val="tx1"/>
                        </a:solidFill>
                        <a:latin typeface="Sans Serif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050" b="1" dirty="0">
                          <a:solidFill>
                            <a:schemeClr val="tx1"/>
                          </a:solidFill>
                          <a:latin typeface="Sans Serif"/>
                        </a:rPr>
                        <a:t>22 mayo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900" b="1" u="none" dirty="0">
                          <a:solidFill>
                            <a:schemeClr val="tx1"/>
                          </a:solidFill>
                          <a:latin typeface="Sans Serif"/>
                        </a:rPr>
                        <a:t>Presentación de trabajos de Grado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7030376"/>
                  </a:ext>
                </a:extLst>
              </a:tr>
              <a:tr h="261508">
                <a:tc>
                  <a:txBody>
                    <a:bodyPr/>
                    <a:lstStyle/>
                    <a:p>
                      <a:pPr algn="ctr"/>
                      <a:r>
                        <a:rPr lang="es-ES" sz="1050" b="1" dirty="0">
                          <a:solidFill>
                            <a:schemeClr val="tx1"/>
                          </a:solidFill>
                          <a:highlight>
                            <a:srgbClr val="00FF00"/>
                          </a:highlight>
                          <a:latin typeface="Sans Serif"/>
                        </a:rPr>
                        <a:t>17</a:t>
                      </a:r>
                      <a:endParaRPr lang="es-CO" sz="1050" b="1" dirty="0">
                        <a:solidFill>
                          <a:schemeClr val="tx1"/>
                        </a:solidFill>
                        <a:highlight>
                          <a:srgbClr val="00FF00"/>
                        </a:highlight>
                        <a:latin typeface="Sans Serif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050" b="1" dirty="0">
                          <a:solidFill>
                            <a:schemeClr val="tx1"/>
                          </a:solidFill>
                          <a:latin typeface="Sans Serif"/>
                        </a:rPr>
                        <a:t>29 mayo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900" b="1" u="none" dirty="0">
                          <a:solidFill>
                            <a:schemeClr val="tx1"/>
                          </a:solidFill>
                          <a:latin typeface="Sans Serif"/>
                        </a:rPr>
                        <a:t>Presentación de trabajos de Grado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2288061"/>
                  </a:ext>
                </a:extLst>
              </a:tr>
              <a:tr h="261508">
                <a:tc>
                  <a:txBody>
                    <a:bodyPr/>
                    <a:lstStyle/>
                    <a:p>
                      <a:pPr algn="ctr"/>
                      <a:r>
                        <a:rPr lang="es-CO" sz="1050" b="1" dirty="0">
                          <a:solidFill>
                            <a:schemeClr val="tx1"/>
                          </a:solidFill>
                          <a:highlight>
                            <a:srgbClr val="FF00FF"/>
                          </a:highlight>
                          <a:latin typeface="Sans Serif"/>
                        </a:rP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050" b="1" dirty="0">
                          <a:solidFill>
                            <a:schemeClr val="tx1"/>
                          </a:solidFill>
                          <a:latin typeface="Sans Serif"/>
                        </a:rPr>
                        <a:t>5 junio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900" b="1" u="none" dirty="0">
                          <a:solidFill>
                            <a:schemeClr val="tx1"/>
                          </a:solidFill>
                          <a:latin typeface="Sans Serif"/>
                        </a:rPr>
                        <a:t>Revisión de Notas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7768826"/>
                  </a:ext>
                </a:extLst>
              </a:tr>
              <a:tr h="261508">
                <a:tc>
                  <a:txBody>
                    <a:bodyPr/>
                    <a:lstStyle/>
                    <a:p>
                      <a:pPr algn="ctr"/>
                      <a:r>
                        <a:rPr lang="es-CO" sz="1050" b="1" dirty="0">
                          <a:solidFill>
                            <a:schemeClr val="tx1"/>
                          </a:solidFill>
                          <a:highlight>
                            <a:srgbClr val="FF0000"/>
                          </a:highlight>
                          <a:latin typeface="Sans Serif"/>
                        </a:rPr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050" b="1" dirty="0">
                          <a:solidFill>
                            <a:schemeClr val="tx1"/>
                          </a:solidFill>
                          <a:latin typeface="Sans Serif"/>
                        </a:rPr>
                        <a:t>12 junio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900" b="1" u="none" dirty="0">
                          <a:solidFill>
                            <a:schemeClr val="tx1"/>
                          </a:solidFill>
                          <a:latin typeface="Sans Serif"/>
                        </a:rPr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0340693"/>
                  </a:ext>
                </a:extLst>
              </a:tr>
            </a:tbl>
          </a:graphicData>
        </a:graphic>
      </p:graphicFrame>
      <p:sp>
        <p:nvSpPr>
          <p:cNvPr id="10" name="Rectángulo 9">
            <a:extLst>
              <a:ext uri="{FF2B5EF4-FFF2-40B4-BE49-F238E27FC236}">
                <a16:creationId xmlns:a16="http://schemas.microsoft.com/office/drawing/2014/main" id="{392F0995-7D30-647B-6A93-DCFB6EC494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5456" y="6084535"/>
            <a:ext cx="265308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s-CO" altLang="es-CO" sz="1800" dirty="0">
                <a:latin typeface="Sans Serif"/>
              </a:rPr>
              <a:t> Viernes:       18:15 – 21:30</a:t>
            </a:r>
          </a:p>
        </p:txBody>
      </p:sp>
      <p:pic>
        <p:nvPicPr>
          <p:cNvPr id="11" name="Picture 4" descr="Programas - Intranet ETITC">
            <a:extLst>
              <a:ext uri="{FF2B5EF4-FFF2-40B4-BE49-F238E27FC236}">
                <a16:creationId xmlns:a16="http://schemas.microsoft.com/office/drawing/2014/main" id="{82285100-3F00-D98C-2BC1-541D8697A0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934798"/>
            <a:ext cx="2483768" cy="794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2" name="Tabla 11">
            <a:extLst>
              <a:ext uri="{FF2B5EF4-FFF2-40B4-BE49-F238E27FC236}">
                <a16:creationId xmlns:a16="http://schemas.microsoft.com/office/drawing/2014/main" id="{57AA147A-F36E-1B94-E8CD-607E5561C0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5694446"/>
              </p:ext>
            </p:extLst>
          </p:nvPr>
        </p:nvGraphicFramePr>
        <p:xfrm>
          <a:off x="6692223" y="5794464"/>
          <a:ext cx="1926292" cy="102971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26292">
                  <a:extLst>
                    <a:ext uri="{9D8B030D-6E8A-4147-A177-3AD203B41FA5}">
                      <a16:colId xmlns:a16="http://schemas.microsoft.com/office/drawing/2014/main" val="1989480522"/>
                    </a:ext>
                  </a:extLst>
                </a:gridCol>
              </a:tblGrid>
              <a:tr h="257428">
                <a:tc>
                  <a:txBody>
                    <a:bodyPr/>
                    <a:lstStyle/>
                    <a:p>
                      <a:r>
                        <a:rPr lang="es-CO" sz="900" dirty="0">
                          <a:highlight>
                            <a:srgbClr val="00FF00"/>
                          </a:highlight>
                        </a:rPr>
                        <a:t>Evaluación Parcial/Final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0139554"/>
                  </a:ext>
                </a:extLst>
              </a:tr>
              <a:tr h="257428">
                <a:tc>
                  <a:txBody>
                    <a:bodyPr/>
                    <a:lstStyle/>
                    <a:p>
                      <a:r>
                        <a:rPr lang="es-CO" sz="900" dirty="0">
                          <a:highlight>
                            <a:srgbClr val="FF00FF"/>
                          </a:highlight>
                        </a:rPr>
                        <a:t>Revisión de Notas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4459264"/>
                  </a:ext>
                </a:extLst>
              </a:tr>
              <a:tr h="257428">
                <a:tc>
                  <a:txBody>
                    <a:bodyPr/>
                    <a:lstStyle/>
                    <a:p>
                      <a:r>
                        <a:rPr lang="es-CO" sz="900" dirty="0">
                          <a:highlight>
                            <a:srgbClr val="FF0000"/>
                          </a:highlight>
                          <a:latin typeface="Sans Serif "/>
                        </a:rPr>
                        <a:t>Registro de Nota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6073428"/>
                  </a:ext>
                </a:extLst>
              </a:tr>
              <a:tr h="257428">
                <a:tc>
                  <a:txBody>
                    <a:bodyPr/>
                    <a:lstStyle/>
                    <a:p>
                      <a:r>
                        <a:rPr lang="es-CO" sz="900" dirty="0">
                          <a:highlight>
                            <a:srgbClr val="FFFF00"/>
                          </a:highlight>
                        </a:rPr>
                        <a:t>Festivo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2879406"/>
                  </a:ext>
                </a:extLst>
              </a:tr>
            </a:tbl>
          </a:graphicData>
        </a:graphic>
      </p:graphicFrame>
      <p:sp>
        <p:nvSpPr>
          <p:cNvPr id="13" name="2 Subtítulo">
            <a:extLst>
              <a:ext uri="{FF2B5EF4-FFF2-40B4-BE49-F238E27FC236}">
                <a16:creationId xmlns:a16="http://schemas.microsoft.com/office/drawing/2014/main" id="{9E067AF7-F9F5-A477-63D9-CE61320417FF}"/>
              </a:ext>
            </a:extLst>
          </p:cNvPr>
          <p:cNvSpPr txBox="1">
            <a:spLocks/>
          </p:cNvSpPr>
          <p:nvPr/>
        </p:nvSpPr>
        <p:spPr bwMode="auto">
          <a:xfrm>
            <a:off x="2627784" y="51531"/>
            <a:ext cx="6400800" cy="50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eaLnBrk="1" fontAlgn="auto" hangingPunct="1">
              <a:spcAft>
                <a:spcPts val="0"/>
              </a:spcAft>
              <a:buNone/>
              <a:defRPr/>
            </a:pPr>
            <a:r>
              <a:rPr lang="es-ES" sz="2400" b="1" dirty="0">
                <a:latin typeface="Sans Serif "/>
              </a:rPr>
              <a:t>6052 PROYECTO DE INVESTIGACION IV</a:t>
            </a:r>
            <a:endParaRPr lang="es-CO" sz="2400" b="1" dirty="0">
              <a:latin typeface="Sans Serif "/>
            </a:endParaRPr>
          </a:p>
        </p:txBody>
      </p:sp>
    </p:spTree>
    <p:extLst>
      <p:ext uri="{BB962C8B-B14F-4D97-AF65-F5344CB8AC3E}">
        <p14:creationId xmlns:p14="http://schemas.microsoft.com/office/powerpoint/2010/main" val="25053712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Diagrama 6">
            <a:extLst>
              <a:ext uri="{FF2B5EF4-FFF2-40B4-BE49-F238E27FC236}">
                <a16:creationId xmlns:a16="http://schemas.microsoft.com/office/drawing/2014/main" id="{3B28400A-9287-40BA-9001-2E821D706B4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43296319"/>
              </p:ext>
            </p:extLst>
          </p:nvPr>
        </p:nvGraphicFramePr>
        <p:xfrm>
          <a:off x="107504" y="836712"/>
          <a:ext cx="8928992" cy="49685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7175" name="Gráfico 8" descr="Marca de verificación">
            <a:extLst>
              <a:ext uri="{FF2B5EF4-FFF2-40B4-BE49-F238E27FC236}">
                <a16:creationId xmlns:a16="http://schemas.microsoft.com/office/drawing/2014/main" id="{85109726-4CFF-4D9B-ADAC-14116F43FE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6336" y="1124744"/>
            <a:ext cx="792088" cy="79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Gráfico 8" descr="Marca de verificación">
            <a:extLst>
              <a:ext uri="{FF2B5EF4-FFF2-40B4-BE49-F238E27FC236}">
                <a16:creationId xmlns:a16="http://schemas.microsoft.com/office/drawing/2014/main" id="{58784173-3090-A823-F4B0-305CBB22A9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3409" y="2204591"/>
            <a:ext cx="792088" cy="79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Gráfico 8" descr="Marca de verificación">
            <a:extLst>
              <a:ext uri="{FF2B5EF4-FFF2-40B4-BE49-F238E27FC236}">
                <a16:creationId xmlns:a16="http://schemas.microsoft.com/office/drawing/2014/main" id="{22E88210-B2F5-F922-21E3-6027CAEE32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3409" y="3465004"/>
            <a:ext cx="792088" cy="79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Gráfico 8" descr="Marca de verificación">
            <a:extLst>
              <a:ext uri="{FF2B5EF4-FFF2-40B4-BE49-F238E27FC236}">
                <a16:creationId xmlns:a16="http://schemas.microsoft.com/office/drawing/2014/main" id="{3829B5FC-C28B-BE0C-B0E1-ACFABE30D9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4748" y="4851295"/>
            <a:ext cx="792088" cy="79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8C1D89D6-E5A6-C5C3-FD6C-223986AA1A28}"/>
              </a:ext>
            </a:extLst>
          </p:cNvPr>
          <p:cNvSpPr txBox="1"/>
          <p:nvPr/>
        </p:nvSpPr>
        <p:spPr>
          <a:xfrm>
            <a:off x="2699792" y="5949280"/>
            <a:ext cx="56886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>
                <a:latin typeface="Sans Serif "/>
              </a:rPr>
              <a:t>Se espera una dedicación independiente de al menos 8 horas semanales </a:t>
            </a:r>
            <a:r>
              <a:rPr lang="es-CO" b="1" u="sng" dirty="0">
                <a:latin typeface="Sans Serif "/>
              </a:rPr>
              <a:t>por cada integrante del grupo.</a:t>
            </a:r>
          </a:p>
        </p:txBody>
      </p:sp>
      <p:sp>
        <p:nvSpPr>
          <p:cNvPr id="9" name="2 Subtítulo">
            <a:extLst>
              <a:ext uri="{FF2B5EF4-FFF2-40B4-BE49-F238E27FC236}">
                <a16:creationId xmlns:a16="http://schemas.microsoft.com/office/drawing/2014/main" id="{46109152-C3FD-F4D2-1A4D-A41022D60702}"/>
              </a:ext>
            </a:extLst>
          </p:cNvPr>
          <p:cNvSpPr txBox="1">
            <a:spLocks/>
          </p:cNvSpPr>
          <p:nvPr/>
        </p:nvSpPr>
        <p:spPr bwMode="auto">
          <a:xfrm>
            <a:off x="2627784" y="51531"/>
            <a:ext cx="6400800" cy="50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eaLnBrk="1" fontAlgn="auto" hangingPunct="1">
              <a:spcAft>
                <a:spcPts val="0"/>
              </a:spcAft>
              <a:buNone/>
              <a:defRPr/>
            </a:pPr>
            <a:r>
              <a:rPr lang="es-ES" sz="2400" b="1" dirty="0">
                <a:latin typeface="Sans Serif "/>
              </a:rPr>
              <a:t>6052 PROYECTO DE INVESTIGACION IV</a:t>
            </a:r>
            <a:endParaRPr lang="es-CO" sz="2400" b="1" dirty="0">
              <a:latin typeface="Sans Serif "/>
            </a:endParaRPr>
          </a:p>
        </p:txBody>
      </p:sp>
      <p:pic>
        <p:nvPicPr>
          <p:cNvPr id="11" name="Picture 4" descr="Programas - Intranet ETITC">
            <a:extLst>
              <a:ext uri="{FF2B5EF4-FFF2-40B4-BE49-F238E27FC236}">
                <a16:creationId xmlns:a16="http://schemas.microsoft.com/office/drawing/2014/main" id="{E659FCE1-C721-430B-1ADE-C23A4DFBBF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sharpenSoften amount="25000"/>
                    </a14:imgEffect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934798"/>
            <a:ext cx="2483768" cy="794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1">
            <a:extLst>
              <a:ext uri="{FF2B5EF4-FFF2-40B4-BE49-F238E27FC236}">
                <a16:creationId xmlns:a16="http://schemas.microsoft.com/office/drawing/2014/main" id="{23A3D996-0567-4685-A0EB-B4B9355B6810}"/>
              </a:ext>
            </a:extLst>
          </p:cNvPr>
          <p:cNvSpPr txBox="1">
            <a:spLocks/>
          </p:cNvSpPr>
          <p:nvPr/>
        </p:nvSpPr>
        <p:spPr bwMode="auto">
          <a:xfrm>
            <a:off x="457200" y="692150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s-CO" altLang="es-CO" b="1" dirty="0">
                <a:latin typeface="Sans Serif "/>
              </a:rPr>
              <a:t>Criterios de Evaluación Proyectos y Talleres</a:t>
            </a:r>
          </a:p>
        </p:txBody>
      </p:sp>
      <p:graphicFrame>
        <p:nvGraphicFramePr>
          <p:cNvPr id="2" name="Diagrama 1">
            <a:extLst>
              <a:ext uri="{FF2B5EF4-FFF2-40B4-BE49-F238E27FC236}">
                <a16:creationId xmlns:a16="http://schemas.microsoft.com/office/drawing/2014/main" id="{4F251356-6039-463D-98A3-27BC7A6EC2E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25328579"/>
              </p:ext>
            </p:extLst>
          </p:nvPr>
        </p:nvGraphicFramePr>
        <p:xfrm>
          <a:off x="611560" y="1746193"/>
          <a:ext cx="8229600" cy="44082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CuadroTexto 4">
            <a:extLst>
              <a:ext uri="{FF2B5EF4-FFF2-40B4-BE49-F238E27FC236}">
                <a16:creationId xmlns:a16="http://schemas.microsoft.com/office/drawing/2014/main" id="{60701A2C-E982-40EA-9283-15E5825703A1}"/>
              </a:ext>
            </a:extLst>
          </p:cNvPr>
          <p:cNvSpPr txBox="1"/>
          <p:nvPr/>
        </p:nvSpPr>
        <p:spPr>
          <a:xfrm>
            <a:off x="-54768" y="5877272"/>
            <a:ext cx="9083352" cy="871008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</a:pPr>
            <a:r>
              <a:rPr lang="es-CO" sz="1100" b="0" i="0" dirty="0">
                <a:solidFill>
                  <a:srgbClr val="494C4E"/>
                </a:solidFill>
                <a:effectLst/>
                <a:latin typeface="Sans Serif "/>
              </a:rPr>
              <a:t>*No se reciben entregas vía email posterior a la fecha señalada. Cualquier email con entregas será ignorado.</a:t>
            </a:r>
          </a:p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</a:pPr>
            <a:r>
              <a:rPr kumimoji="0" lang="es-CO" sz="1100" u="none" strike="noStrike" kern="1200" cap="none" spc="0" normalizeH="0" baseline="0" noProof="0" dirty="0">
                <a:ln>
                  <a:noFill/>
                </a:ln>
                <a:solidFill>
                  <a:srgbClr val="494C4E"/>
                </a:solidFill>
                <a:uLnTx/>
                <a:uFillTx/>
                <a:latin typeface="Sans Serif "/>
                <a:cs typeface="Arial" pitchFamily="34" charset="0"/>
              </a:rPr>
              <a:t>**Los días hábiles son los comprendidos entre lunes y Viernes</a:t>
            </a:r>
          </a:p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</a:pPr>
            <a:r>
              <a:rPr lang="es-CO" sz="1100" dirty="0">
                <a:solidFill>
                  <a:srgbClr val="494C4E"/>
                </a:solidFill>
                <a:latin typeface="Sans Serif "/>
              </a:rPr>
              <a:t>*** El trabajo debe subirse con el aval de los participantes del grupo</a:t>
            </a:r>
            <a:endParaRPr kumimoji="0" lang="es-CO" sz="1100" u="none" strike="noStrike" kern="1200" cap="none" spc="0" normalizeH="0" baseline="0" noProof="0" dirty="0">
              <a:ln>
                <a:noFill/>
              </a:ln>
              <a:solidFill>
                <a:srgbClr val="494C4E"/>
              </a:solidFill>
              <a:uLnTx/>
              <a:uFillTx/>
              <a:latin typeface="Sans Serif "/>
              <a:cs typeface="Arial" pitchFamily="34" charset="0"/>
            </a:endParaRPr>
          </a:p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</a:pPr>
            <a:r>
              <a:rPr lang="es-CO" sz="1100" b="0" i="0" dirty="0">
                <a:solidFill>
                  <a:srgbClr val="494C4E"/>
                </a:solidFill>
                <a:effectLst/>
                <a:latin typeface="Sans Serif "/>
              </a:rPr>
              <a:t>La retroalimentación se realizará dentro de los 10 días hábiles posteriores a </a:t>
            </a:r>
            <a:r>
              <a:rPr lang="es-CO" sz="1100" dirty="0">
                <a:solidFill>
                  <a:srgbClr val="494C4E"/>
                </a:solidFill>
                <a:latin typeface="Sans Serif "/>
              </a:rPr>
              <a:t>la entrega.</a:t>
            </a:r>
            <a:endParaRPr kumimoji="0" lang="es-CO" sz="11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Sans Serif "/>
              <a:cs typeface="Arial" pitchFamily="34" charset="0"/>
            </a:endParaRPr>
          </a:p>
        </p:txBody>
      </p:sp>
      <p:sp>
        <p:nvSpPr>
          <p:cNvPr id="3" name="2 Subtítulo">
            <a:extLst>
              <a:ext uri="{FF2B5EF4-FFF2-40B4-BE49-F238E27FC236}">
                <a16:creationId xmlns:a16="http://schemas.microsoft.com/office/drawing/2014/main" id="{2836A00C-DBBD-6DD8-4616-BDA36A22C02D}"/>
              </a:ext>
            </a:extLst>
          </p:cNvPr>
          <p:cNvSpPr txBox="1">
            <a:spLocks/>
          </p:cNvSpPr>
          <p:nvPr/>
        </p:nvSpPr>
        <p:spPr bwMode="auto">
          <a:xfrm>
            <a:off x="2627784" y="51531"/>
            <a:ext cx="6400800" cy="50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eaLnBrk="1" fontAlgn="auto" hangingPunct="1">
              <a:spcAft>
                <a:spcPts val="0"/>
              </a:spcAft>
              <a:buNone/>
              <a:defRPr/>
            </a:pPr>
            <a:r>
              <a:rPr lang="es-ES" sz="2400" b="1" dirty="0">
                <a:latin typeface="Sans Serif "/>
              </a:rPr>
              <a:t>6052 PROYECTO DE INVESTIGACION IV</a:t>
            </a:r>
            <a:endParaRPr lang="es-CO" sz="2400" b="1" dirty="0">
              <a:latin typeface="Sans Serif "/>
            </a:endParaRPr>
          </a:p>
        </p:txBody>
      </p:sp>
      <p:pic>
        <p:nvPicPr>
          <p:cNvPr id="10" name="Picture 4" descr="Programas - Intranet ETITC">
            <a:extLst>
              <a:ext uri="{FF2B5EF4-FFF2-40B4-BE49-F238E27FC236}">
                <a16:creationId xmlns:a16="http://schemas.microsoft.com/office/drawing/2014/main" id="{ACE339B4-A904-A03A-53A9-681787D28C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harpenSoften amount="25000"/>
                    </a14:imgEffect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934798"/>
            <a:ext cx="2483768" cy="794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1">
            <a:extLst>
              <a:ext uri="{FF2B5EF4-FFF2-40B4-BE49-F238E27FC236}">
                <a16:creationId xmlns:a16="http://schemas.microsoft.com/office/drawing/2014/main" id="{CB147CF6-0CB7-4611-9C6C-D1C1173897FF}"/>
              </a:ext>
            </a:extLst>
          </p:cNvPr>
          <p:cNvSpPr txBox="1">
            <a:spLocks/>
          </p:cNvSpPr>
          <p:nvPr/>
        </p:nvSpPr>
        <p:spPr bwMode="auto">
          <a:xfrm>
            <a:off x="373063" y="722313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s-CO" altLang="es-CO" b="1" dirty="0"/>
              <a:t>Recomendaciones</a:t>
            </a:r>
          </a:p>
        </p:txBody>
      </p:sp>
      <p:sp>
        <p:nvSpPr>
          <p:cNvPr id="15365" name="Rectángulo 3">
            <a:extLst>
              <a:ext uri="{FF2B5EF4-FFF2-40B4-BE49-F238E27FC236}">
                <a16:creationId xmlns:a16="http://schemas.microsoft.com/office/drawing/2014/main" id="{C4B69D28-4FBD-40E4-8F16-AD35B0740D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137" y="1921393"/>
            <a:ext cx="8975725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 typeface="Calibri" panose="020F0502020204030204" pitchFamily="34" charset="0"/>
              <a:buAutoNum type="arabicPeriod"/>
            </a:pPr>
            <a:r>
              <a:rPr lang="es-ES" altLang="es-CO" sz="2000" dirty="0">
                <a:solidFill>
                  <a:srgbClr val="00000A"/>
                </a:solidFill>
              </a:rPr>
              <a:t>Comunicación asertiva entre estudiantes y profesor*</a:t>
            </a:r>
          </a:p>
          <a:p>
            <a:pPr>
              <a:spcBef>
                <a:spcPct val="0"/>
              </a:spcBef>
              <a:buFont typeface="Calibri" panose="020F0502020204030204" pitchFamily="34" charset="0"/>
              <a:buAutoNum type="arabicPeriod"/>
            </a:pPr>
            <a:r>
              <a:rPr lang="es-ES" altLang="es-CO" sz="2000" dirty="0">
                <a:solidFill>
                  <a:srgbClr val="00000A"/>
                </a:solidFill>
              </a:rPr>
              <a:t>Leer libro guía antes de cada sesión de clase.</a:t>
            </a:r>
          </a:p>
          <a:p>
            <a:pPr>
              <a:spcBef>
                <a:spcPct val="0"/>
              </a:spcBef>
              <a:buFont typeface="Calibri" panose="020F0502020204030204" pitchFamily="34" charset="0"/>
              <a:buAutoNum type="arabicPeriod"/>
            </a:pPr>
            <a:r>
              <a:rPr lang="es-ES" altLang="es-CO" sz="2000" dirty="0">
                <a:solidFill>
                  <a:srgbClr val="00000A"/>
                </a:solidFill>
              </a:rPr>
              <a:t>Simbología y terminología se maneja de acuerdo con estándares IEEE. </a:t>
            </a:r>
          </a:p>
          <a:p>
            <a:pPr>
              <a:spcBef>
                <a:spcPct val="0"/>
              </a:spcBef>
              <a:buFont typeface="Calibri" panose="020F0502020204030204" pitchFamily="34" charset="0"/>
              <a:buAutoNum type="arabicPeriod"/>
            </a:pPr>
            <a:r>
              <a:rPr lang="es-ES" altLang="es-CO" sz="2000" dirty="0">
                <a:solidFill>
                  <a:srgbClr val="00000A"/>
                </a:solidFill>
              </a:rPr>
              <a:t>El motivo de las inasistencias debe reportarse vía correo dentro de los 3 días hábiles y los soportes dentro de los 8 días hábiles posteriores a la ausencia.</a:t>
            </a:r>
          </a:p>
          <a:p>
            <a:pPr>
              <a:spcBef>
                <a:spcPct val="0"/>
              </a:spcBef>
              <a:buFont typeface="Calibri" panose="020F0502020204030204" pitchFamily="34" charset="0"/>
              <a:buAutoNum type="arabicPeriod"/>
            </a:pPr>
            <a:r>
              <a:rPr lang="es-CO" altLang="es-CO" sz="2000" dirty="0"/>
              <a:t>Tenga en cuenta todas las condiciones de seguridad, para que no lo ponga en peligro a usted ni a ninguna persona a su alrededor. </a:t>
            </a:r>
          </a:p>
        </p:txBody>
      </p:sp>
      <p:sp>
        <p:nvSpPr>
          <p:cNvPr id="3" name="2 Subtítulo">
            <a:extLst>
              <a:ext uri="{FF2B5EF4-FFF2-40B4-BE49-F238E27FC236}">
                <a16:creationId xmlns:a16="http://schemas.microsoft.com/office/drawing/2014/main" id="{EF5CA83E-DBB3-CB77-7175-9632EE39F0D1}"/>
              </a:ext>
            </a:extLst>
          </p:cNvPr>
          <p:cNvSpPr txBox="1">
            <a:spLocks/>
          </p:cNvSpPr>
          <p:nvPr/>
        </p:nvSpPr>
        <p:spPr bwMode="auto">
          <a:xfrm>
            <a:off x="2627784" y="51531"/>
            <a:ext cx="6400800" cy="50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eaLnBrk="1" fontAlgn="auto" hangingPunct="1">
              <a:spcAft>
                <a:spcPts val="0"/>
              </a:spcAft>
              <a:buNone/>
              <a:defRPr/>
            </a:pPr>
            <a:r>
              <a:rPr lang="es-ES" sz="2400" b="1" dirty="0">
                <a:latin typeface="Sans Serif "/>
              </a:rPr>
              <a:t>6052 PROYECTO DE INVESTIGACION IV</a:t>
            </a:r>
            <a:endParaRPr lang="es-CO" sz="2400" b="1" dirty="0">
              <a:latin typeface="Sans Serif "/>
            </a:endParaRPr>
          </a:p>
        </p:txBody>
      </p:sp>
      <p:pic>
        <p:nvPicPr>
          <p:cNvPr id="7" name="Picture 4" descr="Programas - Intranet ETITC">
            <a:extLst>
              <a:ext uri="{FF2B5EF4-FFF2-40B4-BE49-F238E27FC236}">
                <a16:creationId xmlns:a16="http://schemas.microsoft.com/office/drawing/2014/main" id="{062844AC-1DC3-2A77-CD73-503F370007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934798"/>
            <a:ext cx="2483768" cy="794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1">
            <a:extLst>
              <a:ext uri="{FF2B5EF4-FFF2-40B4-BE49-F238E27FC236}">
                <a16:creationId xmlns:a16="http://schemas.microsoft.com/office/drawing/2014/main" id="{1DF9086F-7804-4245-BF66-46E11D73F05F}"/>
              </a:ext>
            </a:extLst>
          </p:cNvPr>
          <p:cNvSpPr txBox="1">
            <a:spLocks/>
          </p:cNvSpPr>
          <p:nvPr/>
        </p:nvSpPr>
        <p:spPr bwMode="auto">
          <a:xfrm>
            <a:off x="611188" y="641350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s-CO" altLang="es-CO" b="1" dirty="0"/>
              <a:t>Equipos de trabajo – 2 Personas</a:t>
            </a:r>
          </a:p>
        </p:txBody>
      </p:sp>
      <p:pic>
        <p:nvPicPr>
          <p:cNvPr id="17413" name="Imagen 1">
            <a:extLst>
              <a:ext uri="{FF2B5EF4-FFF2-40B4-BE49-F238E27FC236}">
                <a16:creationId xmlns:a16="http://schemas.microsoft.com/office/drawing/2014/main" id="{E3CAF411-56D3-499E-B353-63E433E29F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4088" y="2097088"/>
            <a:ext cx="1517650" cy="1874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4" name="Imagen 4">
            <a:extLst>
              <a:ext uri="{FF2B5EF4-FFF2-40B4-BE49-F238E27FC236}">
                <a16:creationId xmlns:a16="http://schemas.microsoft.com/office/drawing/2014/main" id="{510D4988-A24B-450E-8E03-680805360E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2375" y="1851025"/>
            <a:ext cx="1258888" cy="2120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5" name="Imagen 5">
            <a:extLst>
              <a:ext uri="{FF2B5EF4-FFF2-40B4-BE49-F238E27FC236}">
                <a16:creationId xmlns:a16="http://schemas.microsoft.com/office/drawing/2014/main" id="{283F3A40-E97D-4C8B-B13F-CA4D69D75A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6488" y="2095500"/>
            <a:ext cx="1871662" cy="1876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B4F463A2-F487-4675-AC77-9B062A24CF23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11106" r="50000" b="10080"/>
          <a:stretch/>
        </p:blipFill>
        <p:spPr>
          <a:xfrm>
            <a:off x="6343963" y="4141436"/>
            <a:ext cx="1553731" cy="1344524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015178E9-3117-4DFD-96FD-91F0C67B85C1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50861" t="12451" b="10623"/>
          <a:stretch/>
        </p:blipFill>
        <p:spPr>
          <a:xfrm>
            <a:off x="977538" y="4117778"/>
            <a:ext cx="1553731" cy="1368182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0403EB16-5F74-4591-9CB6-11FDAA867E47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50861" t="12451" b="10623"/>
          <a:stretch/>
        </p:blipFill>
        <p:spPr>
          <a:xfrm>
            <a:off x="3615263" y="4141436"/>
            <a:ext cx="1553731" cy="1368182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6" name="2 Subtítulo">
            <a:extLst>
              <a:ext uri="{FF2B5EF4-FFF2-40B4-BE49-F238E27FC236}">
                <a16:creationId xmlns:a16="http://schemas.microsoft.com/office/drawing/2014/main" id="{F4430F9C-6DFE-0199-6B6C-2C1FA5DD157F}"/>
              </a:ext>
            </a:extLst>
          </p:cNvPr>
          <p:cNvSpPr txBox="1">
            <a:spLocks/>
          </p:cNvSpPr>
          <p:nvPr/>
        </p:nvSpPr>
        <p:spPr bwMode="auto">
          <a:xfrm>
            <a:off x="2627784" y="51531"/>
            <a:ext cx="6400800" cy="50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eaLnBrk="1" fontAlgn="auto" hangingPunct="1">
              <a:spcAft>
                <a:spcPts val="0"/>
              </a:spcAft>
              <a:buNone/>
              <a:defRPr/>
            </a:pPr>
            <a:r>
              <a:rPr lang="es-ES" sz="2400" b="1" dirty="0">
                <a:latin typeface="Sans Serif "/>
              </a:rPr>
              <a:t>6052 PROYECTO DE INVESTIGACION IV</a:t>
            </a:r>
            <a:endParaRPr lang="es-CO" sz="2400" b="1" dirty="0">
              <a:latin typeface="Sans Serif "/>
            </a:endParaRPr>
          </a:p>
        </p:txBody>
      </p:sp>
      <p:pic>
        <p:nvPicPr>
          <p:cNvPr id="7" name="Picture 4" descr="Programas - Intranet ETITC">
            <a:extLst>
              <a:ext uri="{FF2B5EF4-FFF2-40B4-BE49-F238E27FC236}">
                <a16:creationId xmlns:a16="http://schemas.microsoft.com/office/drawing/2014/main" id="{AE15FA46-73F9-1CBF-3431-74732AE461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harpenSoften amount="25000"/>
                    </a14:imgEffect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934798"/>
            <a:ext cx="2483768" cy="794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806393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EA396777-07E6-4D94-A666-A85CEA99D636}"/>
              </a:ext>
            </a:extLst>
          </p:cNvPr>
          <p:cNvSpPr txBox="1">
            <a:spLocks/>
          </p:cNvSpPr>
          <p:nvPr/>
        </p:nvSpPr>
        <p:spPr bwMode="auto">
          <a:xfrm>
            <a:off x="611188" y="641350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s-CO" altLang="es-CO" b="1" dirty="0"/>
              <a:t>Canales de comunicación</a:t>
            </a:r>
          </a:p>
        </p:txBody>
      </p:sp>
      <p:pic>
        <p:nvPicPr>
          <p:cNvPr id="2056" name="Picture 8" descr="Outlook: 27 trucos para aumentar tu productividad exprimiendo la aplicación  de correo de Microsoft">
            <a:extLst>
              <a:ext uri="{FF2B5EF4-FFF2-40B4-BE49-F238E27FC236}">
                <a16:creationId xmlns:a16="http://schemas.microsoft.com/office/drawing/2014/main" id="{075C7F64-CBA7-4977-AB8B-1D522982255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5576"/>
          <a:stretch/>
        </p:blipFill>
        <p:spPr bwMode="auto">
          <a:xfrm>
            <a:off x="3635896" y="2391310"/>
            <a:ext cx="1872208" cy="20753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Gráfico 5" descr="Centro de llamadas con relleno sólido">
            <a:extLst>
              <a:ext uri="{FF2B5EF4-FFF2-40B4-BE49-F238E27FC236}">
                <a16:creationId xmlns:a16="http://schemas.microsoft.com/office/drawing/2014/main" id="{84C76756-A955-4A5B-BE78-4E62BB57DFB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1068" y="861129"/>
            <a:ext cx="914400" cy="914400"/>
          </a:xfrm>
          <a:prstGeom prst="rect">
            <a:avLst/>
          </a:prstGeom>
        </p:spPr>
      </p:pic>
      <p:pic>
        <p:nvPicPr>
          <p:cNvPr id="9" name="Gráfico 8" descr="Centro de llamadas contorno">
            <a:extLst>
              <a:ext uri="{FF2B5EF4-FFF2-40B4-BE49-F238E27FC236}">
                <a16:creationId xmlns:a16="http://schemas.microsoft.com/office/drawing/2014/main" id="{17BD62F9-41DB-46A2-9BEB-4F875CC525E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618412" y="833751"/>
            <a:ext cx="914400" cy="914400"/>
          </a:xfrm>
          <a:prstGeom prst="rect">
            <a:avLst/>
          </a:prstGeom>
        </p:spPr>
      </p:pic>
      <p:sp>
        <p:nvSpPr>
          <p:cNvPr id="16" name="CuadroTexto 15">
            <a:extLst>
              <a:ext uri="{FF2B5EF4-FFF2-40B4-BE49-F238E27FC236}">
                <a16:creationId xmlns:a16="http://schemas.microsoft.com/office/drawing/2014/main" id="{F0D65330-7419-4333-9764-E4292B375DC3}"/>
              </a:ext>
            </a:extLst>
          </p:cNvPr>
          <p:cNvSpPr txBox="1"/>
          <p:nvPr/>
        </p:nvSpPr>
        <p:spPr>
          <a:xfrm>
            <a:off x="3473500" y="4202715"/>
            <a:ext cx="2592660" cy="307777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</a:pPr>
            <a:r>
              <a:rPr kumimoji="0" lang="es-CO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Preguntas y novedades</a:t>
            </a:r>
          </a:p>
        </p:txBody>
      </p:sp>
      <p:sp>
        <p:nvSpPr>
          <p:cNvPr id="3" name="2 Subtítulo">
            <a:extLst>
              <a:ext uri="{FF2B5EF4-FFF2-40B4-BE49-F238E27FC236}">
                <a16:creationId xmlns:a16="http://schemas.microsoft.com/office/drawing/2014/main" id="{67B35DA3-2B51-18DE-FA01-631BDA0B95F7}"/>
              </a:ext>
            </a:extLst>
          </p:cNvPr>
          <p:cNvSpPr txBox="1">
            <a:spLocks/>
          </p:cNvSpPr>
          <p:nvPr/>
        </p:nvSpPr>
        <p:spPr bwMode="auto">
          <a:xfrm>
            <a:off x="2627784" y="51531"/>
            <a:ext cx="6400800" cy="50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eaLnBrk="1" fontAlgn="auto" hangingPunct="1">
              <a:spcAft>
                <a:spcPts val="0"/>
              </a:spcAft>
              <a:buNone/>
              <a:defRPr/>
            </a:pPr>
            <a:r>
              <a:rPr lang="es-ES" sz="2400" b="1" dirty="0">
                <a:latin typeface="Sans Serif "/>
              </a:rPr>
              <a:t>6052 PROYECTO DE INVESTIGACION IV</a:t>
            </a:r>
            <a:endParaRPr lang="es-CO" sz="2400" b="1" dirty="0">
              <a:latin typeface="Sans Serif "/>
            </a:endParaRPr>
          </a:p>
        </p:txBody>
      </p:sp>
      <p:pic>
        <p:nvPicPr>
          <p:cNvPr id="10" name="Picture 4" descr="Programas - Intranet ETITC">
            <a:extLst>
              <a:ext uri="{FF2B5EF4-FFF2-40B4-BE49-F238E27FC236}">
                <a16:creationId xmlns:a16="http://schemas.microsoft.com/office/drawing/2014/main" id="{687C4BC3-EA1E-F97A-7D3F-6BDE36474B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harpenSoften amount="25000"/>
                    </a14:imgEffect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934798"/>
            <a:ext cx="2483768" cy="794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7530B2EE-9356-9A71-F076-D076DBE4F79F}"/>
              </a:ext>
            </a:extLst>
          </p:cNvPr>
          <p:cNvSpPr txBox="1"/>
          <p:nvPr/>
        </p:nvSpPr>
        <p:spPr>
          <a:xfrm>
            <a:off x="1974690" y="4941168"/>
            <a:ext cx="55025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dirty="0">
                <a:hlinkClick r:id="rId10"/>
              </a:rPr>
              <a:t>https://github.com/F4bian1012/ProyectoInvestigacionIV</a:t>
            </a:r>
            <a:r>
              <a:rPr lang="es-CO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5560689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7A62137D465CE64A8C883A4664514BF8" ma:contentTypeVersion="15" ma:contentTypeDescription="Crear nuevo documento." ma:contentTypeScope="" ma:versionID="a1bd1d59f691eb9bca6952b111268275">
  <xsd:schema xmlns:xsd="http://www.w3.org/2001/XMLSchema" xmlns:xs="http://www.w3.org/2001/XMLSchema" xmlns:p="http://schemas.microsoft.com/office/2006/metadata/properties" xmlns:ns3="669280c1-d17e-4d1d-bd7f-b4f14cc6bf1d" xmlns:ns4="bdc56f61-abc0-4f7e-bfec-a93ccd1ae886" targetNamespace="http://schemas.microsoft.com/office/2006/metadata/properties" ma:root="true" ma:fieldsID="d02990a02f19f0f9fc7b999b1809cae4" ns3:_="" ns4:_="">
    <xsd:import namespace="669280c1-d17e-4d1d-bd7f-b4f14cc6bf1d"/>
    <xsd:import namespace="bdc56f61-abc0-4f7e-bfec-a93ccd1ae886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Tags" minOccurs="0"/>
                <xsd:element ref="ns4:MediaServiceOCR" minOccurs="0"/>
                <xsd:element ref="ns4:MediaServiceDateTaken" minOccurs="0"/>
                <xsd:element ref="ns4:MediaServiceGenerationTime" minOccurs="0"/>
                <xsd:element ref="ns4:MediaServiceEventHashCode" minOccurs="0"/>
                <xsd:element ref="ns4:MediaServiceLocation" minOccurs="0"/>
                <xsd:element ref="ns4:MediaServiceAutoKeyPoints" minOccurs="0"/>
                <xsd:element ref="ns4:MediaServiceKeyPoints" minOccurs="0"/>
                <xsd:element ref="ns4:MediaLengthInSeconds" minOccurs="0"/>
                <xsd:element ref="ns4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69280c1-d17e-4d1d-bd7f-b4f14cc6bf1d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Hash de la sugerencia para compartir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dc56f61-abc0-4f7e-bfec-a93ccd1ae88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dc56f61-abc0-4f7e-bfec-a93ccd1ae886" xsi:nil="true"/>
  </documentManagement>
</p:properties>
</file>

<file path=customXml/itemProps1.xml><?xml version="1.0" encoding="utf-8"?>
<ds:datastoreItem xmlns:ds="http://schemas.openxmlformats.org/officeDocument/2006/customXml" ds:itemID="{4E8623C8-32E1-48B0-9F0A-13F2E9582B7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25820C3-FD82-4EFC-BF14-EAF1F9613F5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69280c1-d17e-4d1d-bd7f-b4f14cc6bf1d"/>
    <ds:schemaRef ds:uri="bdc56f61-abc0-4f7e-bfec-a93ccd1ae88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825853C-1B27-4995-A583-4D39F900BB7F}">
  <ds:schemaRefs>
    <ds:schemaRef ds:uri="http://schemas.microsoft.com/office/2006/metadata/properties"/>
    <ds:schemaRef ds:uri="669280c1-d17e-4d1d-bd7f-b4f14cc6bf1d"/>
    <ds:schemaRef ds:uri="http://schemas.openxmlformats.org/package/2006/metadata/core-properties"/>
    <ds:schemaRef ds:uri="http://schemas.microsoft.com/office/2006/documentManagement/types"/>
    <ds:schemaRef ds:uri="http://purl.org/dc/dcmitype/"/>
    <ds:schemaRef ds:uri="http://www.w3.org/XML/1998/namespace"/>
    <ds:schemaRef ds:uri="http://schemas.microsoft.com/office/infopath/2007/PartnerControls"/>
    <ds:schemaRef ds:uri="http://purl.org/dc/elements/1.1/"/>
    <ds:schemaRef ds:uri="bdc56f61-abc0-4f7e-bfec-a93ccd1ae886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2387</TotalTime>
  <Words>525</Words>
  <Application>Microsoft Office PowerPoint</Application>
  <PresentationFormat>Carta (216 x 279 mm)</PresentationFormat>
  <Paragraphs>130</Paragraphs>
  <Slides>9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Sans Serif</vt:lpstr>
      <vt:lpstr>Sans Serif </vt:lpstr>
      <vt:lpstr>Tema de Office</vt:lpstr>
      <vt:lpstr>Presentación de PowerPoint</vt:lpstr>
      <vt:lpstr>OBJETIVO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Hugo</dc:creator>
  <cp:lastModifiedBy>JHEYSON FABIAN VILLAVISAN BUITRAGO</cp:lastModifiedBy>
  <cp:revision>72</cp:revision>
  <dcterms:created xsi:type="dcterms:W3CDTF">2008-03-11T21:51:34Z</dcterms:created>
  <dcterms:modified xsi:type="dcterms:W3CDTF">2026-02-07T00:28:02Z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0x0101007A62137D465CE64A8C883A4664514BF8</vt:lpwstr>
  </property>
</Properties>
</file>